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erverZoom="0">
  <p:sldMasterIdLst>
    <p:sldMasterId id="2147483662" r:id="rId1"/>
    <p:sldMasterId id="2147483677" r:id="rId2"/>
  </p:sldMasterIdLst>
  <p:notesMasterIdLst>
    <p:notesMasterId r:id="rId114"/>
  </p:notesMasterIdLst>
  <p:sldIdLst>
    <p:sldId id="367"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 id="360" r:id="rId107"/>
    <p:sldId id="361" r:id="rId108"/>
    <p:sldId id="362" r:id="rId109"/>
    <p:sldId id="363" r:id="rId110"/>
    <p:sldId id="364" r:id="rId111"/>
    <p:sldId id="365" r:id="rId112"/>
    <p:sldId id="366" r:id="rId113"/>
  </p:sldIdLst>
  <p:sldSz cx="12192000" cy="6858000"/>
  <p:notesSz cx="6858000" cy="9144000"/>
  <p:defaultTex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492" autoAdjust="0"/>
  </p:normalViewPr>
  <p:slideViewPr>
    <p:cSldViewPr>
      <p:cViewPr varScale="1">
        <p:scale>
          <a:sx n="111" d="100"/>
          <a:sy n="111" d="100"/>
        </p:scale>
        <p:origin x="2180" y="7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theme" Target="theme/theme1.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tableStyles" Target="tableStyles.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notesMaster" Target="notesMasters/notes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presProps" Target="pres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9329" name="Rectangle 2"/>
          <p:cNvSpPr>
            <a:spLocks noGrp="1"/>
          </p:cNvSpPr>
          <p:nvPr>
            <p:ph type="hdr" sz="quarter"/>
          </p:nvPr>
        </p:nvSpPr>
        <p:spPr>
          <a:xfrm>
            <a:off x="0" y="0"/>
            <a:ext cx="2971800" cy="457200"/>
          </a:xfrm>
          <a:prstGeom prst="rect">
            <a:avLst/>
          </a:prstGeom>
          <a:noFill/>
          <a:ln>
            <a:noFill/>
          </a:ln>
        </p:spPr>
        <p:txBody>
          <a:bodyPr vert="horz" lIns="91440" tIns="45720" rIns="91440" bIns="45720" anchor="t"/>
          <a:lstStyle/>
          <a:p>
            <a:pPr lvl="0" eaLnBrk="1" hangingPunct="1"/>
            <a:endParaRPr lang="en-US" altLang="zh-CN" sz="1200">
              <a:latin typeface="Arial" pitchFamily="34" charset="0"/>
            </a:endParaRPr>
          </a:p>
        </p:txBody>
      </p:sp>
      <p:sp>
        <p:nvSpPr>
          <p:cNvPr id="1049330" name="Rectangle 3"/>
          <p:cNvSpPr>
            <a:spLocks noGrp="1"/>
          </p:cNvSpPr>
          <p:nvPr>
            <p:ph type="dt" idx="1"/>
          </p:nvPr>
        </p:nvSpPr>
        <p:spPr>
          <a:xfrm>
            <a:off x="3884612" y="0"/>
            <a:ext cx="2971800" cy="457200"/>
          </a:xfrm>
          <a:prstGeom prst="rect">
            <a:avLst/>
          </a:prstGeom>
          <a:noFill/>
          <a:ln>
            <a:noFill/>
          </a:ln>
        </p:spPr>
        <p:txBody>
          <a:bodyPr vert="horz" lIns="91440" tIns="45720" rIns="91440" bIns="45720" anchor="t"/>
          <a:lstStyle/>
          <a:p>
            <a:pPr lvl="0" algn="r" eaLnBrk="1" hangingPunct="1"/>
            <a:endParaRPr lang="en-US" altLang="zh-CN" sz="1200">
              <a:latin typeface="Arial" pitchFamily="34" charset="0"/>
            </a:endParaRPr>
          </a:p>
        </p:txBody>
      </p:sp>
      <p:sp>
        <p:nvSpPr>
          <p:cNvPr id="1049331" name="Rectangle 4"/>
          <p:cNvSpPr>
            <a:spLocks noGrp="1" noRot="1" noChangeAspect="1"/>
          </p:cNvSpPr>
          <p:nvPr>
            <p:ph type="sldImg" idx="2"/>
          </p:nvPr>
        </p:nvSpPr>
        <p:spPr>
          <a:xfrm>
            <a:off x="381000" y="685800"/>
            <a:ext cx="6096000" cy="3429000"/>
          </a:xfrm>
          <a:prstGeom prst="rect">
            <a:avLst/>
          </a:prstGeom>
          <a:noFill/>
          <a:ln w="9525" cap="flat" cmpd="sng">
            <a:solidFill>
              <a:srgbClr val="000000">
                <a:alpha val="100000"/>
              </a:srgbClr>
            </a:solidFill>
            <a:prstDash val="solid"/>
            <a:round/>
          </a:ln>
        </p:spPr>
        <p:txBody>
          <a:bodyPr vert="horz" lIns="91440" tIns="45720" rIns="91440" bIns="45720" anchor="ctr"/>
          <a:lstStyle/>
          <a:p>
            <a:endParaRPr/>
          </a:p>
        </p:txBody>
      </p:sp>
      <p:sp>
        <p:nvSpPr>
          <p:cNvPr id="1049332" name="Rectangle 5"/>
          <p:cNvSpPr>
            <a:spLocks noGrp="1"/>
          </p:cNvSpPr>
          <p:nvPr>
            <p:ph type="body" sz="quarter" idx="3"/>
          </p:nvPr>
        </p:nvSpPr>
        <p:spPr>
          <a:xfrm>
            <a:off x="685800" y="4343400"/>
            <a:ext cx="5486400" cy="4114800"/>
          </a:xfrm>
          <a:prstGeom prst="rect">
            <a:avLst/>
          </a:prstGeom>
          <a:noFill/>
          <a:ln>
            <a:noFill/>
          </a:ln>
        </p:spPr>
        <p:txBody>
          <a:bodyPr vert="horz" lIns="91440" tIns="45720" rIns="91440" bIns="45720" ancho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9333" name="Rectangle 6"/>
          <p:cNvSpPr>
            <a:spLocks noGrp="1"/>
          </p:cNvSpPr>
          <p:nvPr>
            <p:ph type="ftr" sz="quarter" idx="4"/>
          </p:nvPr>
        </p:nvSpPr>
        <p:spPr>
          <a:xfrm>
            <a:off x="0" y="8685212"/>
            <a:ext cx="2971800" cy="457200"/>
          </a:xfrm>
          <a:prstGeom prst="rect">
            <a:avLst/>
          </a:prstGeom>
          <a:noFill/>
          <a:ln>
            <a:noFill/>
          </a:ln>
        </p:spPr>
        <p:txBody>
          <a:bodyPr vert="horz" lIns="91440" tIns="45720" rIns="91440" bIns="45720" anchor="b"/>
          <a:lstStyle/>
          <a:p>
            <a:pPr lvl="0" eaLnBrk="1" hangingPunct="1"/>
            <a:endParaRPr lang="en-US" altLang="zh-CN" sz="1200">
              <a:latin typeface="Arial" pitchFamily="34" charset="0"/>
            </a:endParaRPr>
          </a:p>
        </p:txBody>
      </p:sp>
      <p:sp>
        <p:nvSpPr>
          <p:cNvPr id="1049334" name="Rectangle 7"/>
          <p:cNvSpPr>
            <a:spLocks noGrp="1"/>
          </p:cNvSpPr>
          <p:nvPr>
            <p:ph type="sldNum" sz="quarter" idx="5"/>
          </p:nvPr>
        </p:nvSpPr>
        <p:spPr>
          <a:xfrm>
            <a:off x="3884612" y="8685212"/>
            <a:ext cx="2971800" cy="457200"/>
          </a:xfrm>
          <a:prstGeom prst="rect">
            <a:avLst/>
          </a:prstGeom>
          <a:noFill/>
          <a:ln>
            <a:noFill/>
          </a:ln>
        </p:spPr>
        <p:txBody>
          <a:bodyPr vert="horz" lIns="91440" tIns="45720" rIns="91440" bIns="45720" anchor="b"/>
          <a:lstStyle/>
          <a:p>
            <a:pPr lvl="0" algn="r" eaLnBrk="1" hangingPunct="1"/>
            <a:fld id="{566ABCEB-ACFC-4714-9973-3DA970169C29}" type="slidenum">
              <a:rPr lang="en-US" altLang="zh-CN" sz="1200">
                <a:latin typeface="Arial" pitchFamily="34" charset="0"/>
              </a:rPr>
              <a:pPr lvl="0" algn="r" eaLnBrk="1" hangingPunct="1"/>
              <a:t>‹#›</a:t>
            </a:fld>
            <a:endParaRPr lang="en-US" altLang="zh-CN" sz="1200">
              <a:latin typeface="Arial" pitchFamily="34" charset="0"/>
            </a:endParaRPr>
          </a:p>
        </p:txBody>
      </p:sp>
    </p:spTree>
  </p:cSld>
  <p:clrMap bg1="dk1" tx1="dk1" bg2="dk1" tx2="dk1" accent1="dk1" accent2="dk1" accent3="dk1" accent4="dk1" accent5="dk1" accent6="dk1" hlink="dk1" folHlink="dk1"/>
  <p:notesStyle>
    <a:lvl1pPr marL="0" indent="0" algn="l" rtl="0" eaLnBrk="0" fontAlgn="base" latinLnBrk="0" hangingPunct="0">
      <a:lnSpc>
        <a:spcPct val="100000"/>
      </a:lnSpc>
      <a:spcBef>
        <a:spcPct val="30000"/>
      </a:spcBef>
      <a:spcAft>
        <a:spcPct val="0"/>
      </a:spcAft>
      <a:buFontTx/>
      <a:buNone/>
      <a:defRPr sz="1200" b="0" i="0" u="none" baseline="0">
        <a:solidFill>
          <a:schemeClr val="dk1"/>
        </a:solidFill>
        <a:latin typeface="Arial" pitchFamily="34" charset="0"/>
        <a:ea typeface="宋体" pitchFamily="2" charset="-122"/>
        <a:sym typeface="Times New Roman" pitchFamily="18" charset="0"/>
      </a:defRPr>
    </a:lvl1pPr>
    <a:lvl2pPr marL="457200" indent="0" algn="l" rtl="0" eaLnBrk="0" fontAlgn="base" latinLnBrk="0" hangingPunct="0">
      <a:lnSpc>
        <a:spcPct val="100000"/>
      </a:lnSpc>
      <a:spcBef>
        <a:spcPct val="30000"/>
      </a:spcBef>
      <a:spcAft>
        <a:spcPct val="0"/>
      </a:spcAft>
      <a:buFontTx/>
      <a:buNone/>
      <a:defRPr sz="1200" b="0" i="0" u="none" baseline="0">
        <a:solidFill>
          <a:schemeClr val="dk1"/>
        </a:solidFill>
        <a:latin typeface="Arial" pitchFamily="34" charset="0"/>
        <a:ea typeface="宋体" pitchFamily="2" charset="-122"/>
        <a:sym typeface="Times New Roman" pitchFamily="18" charset="0"/>
      </a:defRPr>
    </a:lvl2pPr>
    <a:lvl3pPr marL="914400" indent="0" algn="l" rtl="0" eaLnBrk="0" fontAlgn="base" latinLnBrk="0" hangingPunct="0">
      <a:lnSpc>
        <a:spcPct val="100000"/>
      </a:lnSpc>
      <a:spcBef>
        <a:spcPct val="30000"/>
      </a:spcBef>
      <a:spcAft>
        <a:spcPct val="0"/>
      </a:spcAft>
      <a:buFontTx/>
      <a:buNone/>
      <a:defRPr sz="1200" b="0" i="0" u="none" baseline="0">
        <a:solidFill>
          <a:schemeClr val="dk1"/>
        </a:solidFill>
        <a:latin typeface="Arial" pitchFamily="34" charset="0"/>
        <a:ea typeface="宋体" pitchFamily="2" charset="-122"/>
        <a:sym typeface="Times New Roman" pitchFamily="18" charset="0"/>
      </a:defRPr>
    </a:lvl3pPr>
    <a:lvl4pPr marL="1371600" indent="0" algn="l" rtl="0" eaLnBrk="0" fontAlgn="base" latinLnBrk="0" hangingPunct="0">
      <a:lnSpc>
        <a:spcPct val="100000"/>
      </a:lnSpc>
      <a:spcBef>
        <a:spcPct val="30000"/>
      </a:spcBef>
      <a:spcAft>
        <a:spcPct val="0"/>
      </a:spcAft>
      <a:buFontTx/>
      <a:buNone/>
      <a:defRPr sz="1200" b="0" i="0" u="none" baseline="0">
        <a:solidFill>
          <a:schemeClr val="dk1"/>
        </a:solidFill>
        <a:latin typeface="Arial" pitchFamily="34" charset="0"/>
        <a:ea typeface="宋体" pitchFamily="2" charset="-122"/>
        <a:sym typeface="Times New Roman" pitchFamily="18" charset="0"/>
      </a:defRPr>
    </a:lvl4pPr>
    <a:lvl5pPr marL="1828800" indent="0" algn="l" rtl="0" eaLnBrk="0" fontAlgn="base" latinLnBrk="0" hangingPunct="0">
      <a:lnSpc>
        <a:spcPct val="100000"/>
      </a:lnSpc>
      <a:spcBef>
        <a:spcPct val="30000"/>
      </a:spcBef>
      <a:spcAft>
        <a:spcPct val="0"/>
      </a:spcAft>
      <a:buFontTx/>
      <a:buNone/>
      <a:defRPr sz="1200" b="0" i="0" u="none" baseline="0">
        <a:solidFill>
          <a:schemeClr val="dk1"/>
        </a:solidFill>
        <a:latin typeface="Arial" pitchFamily="34" charset="0"/>
        <a:ea typeface="宋体" pitchFamily="2" charset="-122"/>
        <a:sym typeface="Times New Roman" pitchFamily="18" charset="0"/>
      </a:defRPr>
    </a:lvl5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www.baidu.com/link?url=rjZrRGbswczJFdgR6zUIPqdzCbWBxIYf345mn4OKMNb1Rzp1QceaOrwDx7aS3jeS"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i="0" u="none" baseline="0" dirty="0">
                <a:solidFill>
                  <a:schemeClr val="dk1"/>
                </a:solidFill>
                <a:effectLst/>
                <a:latin typeface="Arial" pitchFamily="34" charset="0"/>
                <a:ea typeface="宋体" pitchFamily="2" charset="-122"/>
                <a:sym typeface="Times New Roman" pitchFamily="18" charset="0"/>
              </a:rPr>
              <a:t>按照网络传输技术分类，共有两种类型：</a:t>
            </a:r>
            <a:r>
              <a:rPr lang="zh-CN" altLang="en-US" sz="1200" b="0" i="0" u="none" baseline="0" dirty="0">
                <a:solidFill>
                  <a:schemeClr val="dk1"/>
                </a:solidFill>
                <a:effectLst/>
                <a:latin typeface="Arial" pitchFamily="34" charset="0"/>
                <a:ea typeface="宋体" pitchFamily="2" charset="-122"/>
                <a:sym typeface="Times New Roman" pitchFamily="18" charset="0"/>
              </a:rPr>
              <a:t>点对点</a:t>
            </a:r>
            <a:r>
              <a:rPr lang="zh-CN" altLang="en-US" sz="1200" b="0" i="0" u="none" baseline="0">
                <a:solidFill>
                  <a:schemeClr val="dk1"/>
                </a:solidFill>
                <a:effectLst/>
                <a:latin typeface="Arial" pitchFamily="34" charset="0"/>
                <a:ea typeface="宋体" pitchFamily="2" charset="-122"/>
                <a:sym typeface="Times New Roman" pitchFamily="18" charset="0"/>
              </a:rPr>
              <a:t>式网络，广播</a:t>
            </a:r>
            <a:r>
              <a:rPr lang="zh-CN" altLang="en-US" sz="1200" b="0" i="0" u="none" baseline="0" dirty="0">
                <a:solidFill>
                  <a:schemeClr val="dk1"/>
                </a:solidFill>
                <a:effectLst/>
                <a:latin typeface="Arial" pitchFamily="34" charset="0"/>
                <a:ea typeface="宋体" pitchFamily="2" charset="-122"/>
                <a:sym typeface="Times New Roman" pitchFamily="18" charset="0"/>
              </a:rPr>
              <a:t>式网络，</a:t>
            </a:r>
          </a:p>
          <a:p>
            <a:endParaRPr lang="zh-CN" altLang="en-US" dirty="0"/>
          </a:p>
        </p:txBody>
      </p:sp>
      <p:sp>
        <p:nvSpPr>
          <p:cNvPr id="4" name="灯片编号占位符 3"/>
          <p:cNvSpPr>
            <a:spLocks noGrp="1"/>
          </p:cNvSpPr>
          <p:nvPr>
            <p:ph type="sldNum" sz="quarter" idx="5"/>
          </p:nvPr>
        </p:nvSpPr>
        <p:spPr/>
        <p:txBody>
          <a:bodyPr/>
          <a:lstStyle/>
          <a:p>
            <a:pPr lvl="0" algn="r" eaLnBrk="1" hangingPunct="1"/>
            <a:fld id="{566ABCEB-ACFC-4714-9973-3DA970169C29}" type="slidenum">
              <a:rPr lang="en-US" altLang="zh-CN" sz="1200" smtClean="0">
                <a:latin typeface="Arial" pitchFamily="34" charset="0"/>
              </a:rPr>
              <a:pPr lvl="0" algn="r" eaLnBrk="1" hangingPunct="1"/>
              <a:t>2</a:t>
            </a:fld>
            <a:endParaRPr lang="en-US" altLang="zh-CN" sz="1200">
              <a:latin typeface="Arial" pitchFamily="34" charset="0"/>
            </a:endParaRPr>
          </a:p>
        </p:txBody>
      </p:sp>
    </p:spTree>
    <p:extLst>
      <p:ext uri="{BB962C8B-B14F-4D97-AF65-F5344CB8AC3E}">
        <p14:creationId xmlns:p14="http://schemas.microsoft.com/office/powerpoint/2010/main" val="14152293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1" name="Rectangle 7"/>
          <p:cNvSpPr txBox="1"/>
          <p:nvPr/>
        </p:nvSpPr>
        <p:spPr>
          <a:xfrm>
            <a:off x="3884612" y="8685212"/>
            <a:ext cx="2971800" cy="457200"/>
          </a:xfrm>
          <a:prstGeom prst="rect">
            <a:avLst/>
          </a:prstGeom>
          <a:noFill/>
          <a:ln>
            <a:noFill/>
          </a:ln>
        </p:spPr>
        <p:txBody>
          <a:bodyPr vert="horz" lIns="91440" tIns="45720" rIns="91440" bIns="45720" anchor="b"/>
          <a:lstStyle/>
          <a:p>
            <a:pPr lvl="0" algn="r" eaLnBrk="1" hangingPunct="1"/>
            <a:fld id="{566ABCEB-ACFC-4714-9973-3DA970169C29}" type="slidenum">
              <a:rPr lang="en-US" altLang="zh-CN" sz="1200">
                <a:latin typeface="Arial" pitchFamily="34" charset="0"/>
              </a:rPr>
              <a:pPr lvl="0" algn="r" eaLnBrk="1" hangingPunct="1"/>
              <a:t>3</a:t>
            </a:fld>
            <a:endParaRPr lang="en-US" altLang="zh-CN" sz="1200">
              <a:latin typeface="Arial" pitchFamily="34" charset="0"/>
            </a:endParaRPr>
          </a:p>
        </p:txBody>
      </p:sp>
      <p:sp>
        <p:nvSpPr>
          <p:cNvPr id="1048602" name="Rectangle 2"/>
          <p:cNvSpPr>
            <a:spLocks noGrp="1" noRot="1" noChangeAspect="1"/>
          </p:cNvSpPr>
          <p:nvPr>
            <p:ph type="sldImg"/>
          </p:nvPr>
        </p:nvSpPr>
        <p:spPr>
          <a:xfrm>
            <a:off x="381000" y="685800"/>
            <a:ext cx="6096000" cy="3429000"/>
          </a:xfrm>
          <a:prstGeom prst="rect">
            <a:avLst/>
          </a:prstGeom>
        </p:spPr>
        <p:txBody>
          <a:bodyPr vert="horz" lIns="91440" tIns="45720" rIns="91440" bIns="45720" anchor="ctr"/>
          <a:lstStyle/>
          <a:p>
            <a:endParaRPr/>
          </a:p>
        </p:txBody>
      </p:sp>
      <p:sp>
        <p:nvSpPr>
          <p:cNvPr id="1048603" name="Rectangle 3"/>
          <p:cNvSpPr>
            <a:spLocks noGrp="1"/>
          </p:cNvSpPr>
          <p:nvPr>
            <p:ph type="body" idx="1"/>
          </p:nvPr>
        </p:nvSpPr>
        <p:spPr>
          <a:xfrm>
            <a:off x="685800" y="4343400"/>
            <a:ext cx="5486400" cy="4114800"/>
          </a:xfrm>
          <a:prstGeom prst="rect">
            <a:avLst/>
          </a:prstGeom>
          <a:noFill/>
        </p:spPr>
        <p:txBody>
          <a:bodyPr vert="horz" lIns="91440" tIns="45720" rIns="91440" bIns="45720" anchor="t"/>
          <a:lstStyle/>
          <a:p>
            <a:pPr lvl="0" eaLnBrk="1" hangingPunct="1"/>
            <a:r>
              <a:rPr lang="zh-CN" altLang="en-US" sz="1200" b="0" i="0" u="none" baseline="0" dirty="0">
                <a:solidFill>
                  <a:schemeClr val="dk1"/>
                </a:solidFill>
                <a:effectLst/>
                <a:latin typeface="Arial" pitchFamily="34" charset="0"/>
                <a:ea typeface="宋体" pitchFamily="2" charset="-122"/>
                <a:sym typeface="Times New Roman" pitchFamily="18" charset="0"/>
              </a:rPr>
              <a:t>点对点传输网络是数据以点到点的方式在计算机或通信设备中传输。星型网、环形网采用这种传输方式。点对点技术有许多应用。共享包含各种格式音频，视频，数据等的文件是非常普遍的，实时数据（如</a:t>
            </a:r>
            <a:r>
              <a:rPr lang="en-US" altLang="zh-CN" sz="1200" b="0" i="0" u="none" baseline="0" dirty="0">
                <a:solidFill>
                  <a:schemeClr val="dk1"/>
                </a:solidFill>
                <a:effectLst/>
                <a:latin typeface="Arial" pitchFamily="34" charset="0"/>
                <a:ea typeface="宋体" pitchFamily="2" charset="-122"/>
                <a:sym typeface="Times New Roman" pitchFamily="18" charset="0"/>
              </a:rPr>
              <a:t>IP</a:t>
            </a:r>
            <a:r>
              <a:rPr lang="zh-CN" altLang="en-US" sz="1200" b="0" i="0" u="none" baseline="0" dirty="0">
                <a:solidFill>
                  <a:schemeClr val="dk1"/>
                </a:solidFill>
                <a:effectLst/>
                <a:latin typeface="Arial" pitchFamily="34" charset="0"/>
                <a:ea typeface="宋体" pitchFamily="2" charset="-122"/>
                <a:sym typeface="Times New Roman" pitchFamily="18" charset="0"/>
              </a:rPr>
              <a:t>电话通信、</a:t>
            </a:r>
            <a:r>
              <a:rPr lang="en-US" altLang="zh-CN" sz="1200" b="0" i="0" u="none" baseline="0" dirty="0" err="1">
                <a:solidFill>
                  <a:schemeClr val="dk1"/>
                </a:solidFill>
                <a:effectLst/>
                <a:latin typeface="Arial" pitchFamily="34" charset="0"/>
                <a:ea typeface="宋体" pitchFamily="2" charset="-122"/>
                <a:sym typeface="Times New Roman" pitchFamily="18" charset="0"/>
              </a:rPr>
              <a:t>Anychat</a:t>
            </a:r>
            <a:r>
              <a:rPr lang="zh-CN" altLang="en-US" sz="1200" b="0" i="0" u="none" baseline="0" dirty="0">
                <a:solidFill>
                  <a:schemeClr val="dk1"/>
                </a:solidFill>
                <a:effectLst/>
                <a:latin typeface="Arial" pitchFamily="34" charset="0"/>
                <a:ea typeface="宋体" pitchFamily="2" charset="-122"/>
                <a:sym typeface="Times New Roman" pitchFamily="18" charset="0"/>
              </a:rPr>
              <a:t>音视频）也可以使用</a:t>
            </a:r>
            <a:r>
              <a:rPr lang="en-US" altLang="zh-CN" sz="1200" b="0" i="0" u="none" baseline="0" dirty="0">
                <a:solidFill>
                  <a:schemeClr val="dk1"/>
                </a:solidFill>
                <a:effectLst/>
                <a:latin typeface="Arial" pitchFamily="34" charset="0"/>
                <a:ea typeface="宋体" pitchFamily="2" charset="-122"/>
                <a:sym typeface="Times New Roman" pitchFamily="18" charset="0"/>
              </a:rPr>
              <a:t>P2P</a:t>
            </a:r>
            <a:r>
              <a:rPr lang="zh-CN" altLang="en-US" sz="1200" b="0" i="0" u="none" baseline="0" dirty="0">
                <a:solidFill>
                  <a:schemeClr val="dk1"/>
                </a:solidFill>
                <a:effectLst/>
                <a:latin typeface="Arial" pitchFamily="34" charset="0"/>
                <a:ea typeface="宋体" pitchFamily="2" charset="-122"/>
                <a:sym typeface="Times New Roman" pitchFamily="18" charset="0"/>
              </a:rPr>
              <a:t>技术来传送。</a:t>
            </a:r>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baseline="0" dirty="0">
                <a:solidFill>
                  <a:schemeClr val="dk1"/>
                </a:solidFill>
                <a:effectLst/>
                <a:latin typeface="Arial" pitchFamily="34" charset="0"/>
                <a:ea typeface="宋体" pitchFamily="2" charset="-122"/>
                <a:sym typeface="Times New Roman" pitchFamily="18" charset="0"/>
              </a:rPr>
              <a:t>打电话也是点对点通信的，通信只在两部电话机线路间进行，其他线路上的用户是听不到的。点对点传输网络是由许多互相连接的节点构成的，在每对机器之间都有一条专用的通信信道，也就是说这两台主机是独占通信线路的，如各种拨号网络就是这样的。因此在点对点传输网络中，不存在信道共享与复用的情况。</a:t>
            </a:r>
            <a:endParaRPr lang="zh-CN" altLang="en-US" dirty="0"/>
          </a:p>
        </p:txBody>
      </p:sp>
      <p:sp>
        <p:nvSpPr>
          <p:cNvPr id="4" name="灯片编号占位符 3"/>
          <p:cNvSpPr>
            <a:spLocks noGrp="1"/>
          </p:cNvSpPr>
          <p:nvPr>
            <p:ph type="sldNum" sz="quarter" idx="5"/>
          </p:nvPr>
        </p:nvSpPr>
        <p:spPr/>
        <p:txBody>
          <a:bodyPr/>
          <a:lstStyle/>
          <a:p>
            <a:pPr lvl="0" algn="r" eaLnBrk="1" hangingPunct="1"/>
            <a:fld id="{566ABCEB-ACFC-4714-9973-3DA970169C29}" type="slidenum">
              <a:rPr lang="en-US" altLang="zh-CN" sz="1200" smtClean="0">
                <a:latin typeface="Arial" pitchFamily="34" charset="0"/>
              </a:rPr>
              <a:pPr lvl="0" algn="r" eaLnBrk="1" hangingPunct="1"/>
              <a:t>4</a:t>
            </a:fld>
            <a:endParaRPr lang="en-US" altLang="zh-CN" sz="1200">
              <a:latin typeface="Arial" pitchFamily="34" charset="0"/>
            </a:endParaRPr>
          </a:p>
        </p:txBody>
      </p:sp>
    </p:spTree>
    <p:extLst>
      <p:ext uri="{BB962C8B-B14F-4D97-AF65-F5344CB8AC3E}">
        <p14:creationId xmlns:p14="http://schemas.microsoft.com/office/powerpoint/2010/main" val="27011328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baseline="0" dirty="0">
                <a:solidFill>
                  <a:schemeClr val="dk1"/>
                </a:solidFill>
                <a:effectLst/>
                <a:latin typeface="Arial" pitchFamily="34" charset="0"/>
                <a:ea typeface="宋体" pitchFamily="2" charset="-122"/>
                <a:sym typeface="Times New Roman" pitchFamily="18" charset="0"/>
              </a:rPr>
              <a:t>端对端通信</a:t>
            </a:r>
            <a:r>
              <a:rPr lang="en-US" altLang="zh-CN" sz="1200" b="0" i="0" u="none" baseline="0" dirty="0">
                <a:solidFill>
                  <a:schemeClr val="dk1"/>
                </a:solidFill>
                <a:effectLst/>
                <a:latin typeface="Arial" pitchFamily="34" charset="0"/>
                <a:ea typeface="宋体" pitchFamily="2" charset="-122"/>
                <a:sym typeface="Times New Roman" pitchFamily="18" charset="0"/>
              </a:rPr>
              <a:t>(End-to-End</a:t>
            </a:r>
            <a:r>
              <a:rPr lang="zh-CN" altLang="en-US" sz="1200" b="0" i="0" u="none" baseline="0" dirty="0">
                <a:solidFill>
                  <a:schemeClr val="dk1"/>
                </a:solidFill>
                <a:effectLst/>
                <a:latin typeface="Arial" pitchFamily="34" charset="0"/>
                <a:ea typeface="宋体" pitchFamily="2" charset="-122"/>
                <a:sym typeface="Times New Roman" pitchFamily="18" charset="0"/>
              </a:rPr>
              <a:t>，简称</a:t>
            </a:r>
            <a:r>
              <a:rPr lang="en-US" altLang="zh-CN" sz="1200" b="0" i="0" u="none" baseline="0" dirty="0">
                <a:solidFill>
                  <a:schemeClr val="dk1"/>
                </a:solidFill>
                <a:effectLst/>
                <a:latin typeface="Arial" pitchFamily="34" charset="0"/>
                <a:ea typeface="宋体" pitchFamily="2" charset="-122"/>
                <a:sym typeface="Times New Roman" pitchFamily="18" charset="0"/>
              </a:rPr>
              <a:t>E2E)</a:t>
            </a:r>
            <a:r>
              <a:rPr lang="zh-CN" altLang="en-US" sz="1200" b="0" i="0" u="none" baseline="0" dirty="0">
                <a:solidFill>
                  <a:schemeClr val="dk1"/>
                </a:solidFill>
                <a:effectLst/>
                <a:latin typeface="Arial" pitchFamily="34" charset="0"/>
                <a:ea typeface="宋体" pitchFamily="2" charset="-122"/>
                <a:sym typeface="Times New Roman" pitchFamily="18" charset="0"/>
              </a:rPr>
              <a:t>是一种端到端的通信方式，在这种通信方式下，数据从发送端经过网络中的各路节点到达接收端。端对端通信要求通信的两端具有足够的计算和存储能力，可以自行处理网络通信过程中的各种问题，比如数据的分包、传输、丢失和重传等。端对端通信适用于大规模网络中的数据传输，如互联网中的文件下载和视频流传输。</a:t>
            </a:r>
            <a:endParaRPr lang="zh-CN" altLang="en-US" dirty="0"/>
          </a:p>
        </p:txBody>
      </p:sp>
      <p:sp>
        <p:nvSpPr>
          <p:cNvPr id="4" name="灯片编号占位符 3"/>
          <p:cNvSpPr>
            <a:spLocks noGrp="1"/>
          </p:cNvSpPr>
          <p:nvPr>
            <p:ph type="sldNum" sz="quarter" idx="5"/>
          </p:nvPr>
        </p:nvSpPr>
        <p:spPr/>
        <p:txBody>
          <a:bodyPr/>
          <a:lstStyle/>
          <a:p>
            <a:pPr lvl="0" algn="r" eaLnBrk="1" hangingPunct="1"/>
            <a:fld id="{566ABCEB-ACFC-4714-9973-3DA970169C29}" type="slidenum">
              <a:rPr lang="en-US" altLang="zh-CN" sz="1200" smtClean="0">
                <a:latin typeface="Arial" pitchFamily="34" charset="0"/>
              </a:rPr>
              <a:pPr lvl="0" algn="r" eaLnBrk="1" hangingPunct="1"/>
              <a:t>6</a:t>
            </a:fld>
            <a:endParaRPr lang="en-US" altLang="zh-CN" sz="1200">
              <a:latin typeface="Arial" pitchFamily="34" charset="0"/>
            </a:endParaRPr>
          </a:p>
        </p:txBody>
      </p:sp>
    </p:spTree>
    <p:extLst>
      <p:ext uri="{BB962C8B-B14F-4D97-AF65-F5344CB8AC3E}">
        <p14:creationId xmlns:p14="http://schemas.microsoft.com/office/powerpoint/2010/main" val="223273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baseline="0" dirty="0">
                <a:solidFill>
                  <a:schemeClr val="dk1"/>
                </a:solidFill>
                <a:effectLst/>
                <a:latin typeface="Arial" pitchFamily="34" charset="0"/>
                <a:ea typeface="宋体" pitchFamily="2" charset="-122"/>
                <a:sym typeface="Times New Roman" pitchFamily="18" charset="0"/>
              </a:rPr>
              <a:t>是一种去中心化的通信模式，指两个或者多个节点之间直接进行通信，无需经过中间节点的转发。在点对点通信中，每个节点都能够扮演发送者和接收者的角色，即使某个节点离线，其他节点仍能直接与离线节点通信。点对点通信适用于小规模、低带宽、需要数据保密的场景，如局域网中的文件共享和即时通讯。</a:t>
            </a:r>
            <a:endParaRPr lang="zh-CN" altLang="en-US" dirty="0"/>
          </a:p>
        </p:txBody>
      </p:sp>
      <p:sp>
        <p:nvSpPr>
          <p:cNvPr id="4" name="灯片编号占位符 3"/>
          <p:cNvSpPr>
            <a:spLocks noGrp="1"/>
          </p:cNvSpPr>
          <p:nvPr>
            <p:ph type="sldNum" sz="quarter" idx="5"/>
          </p:nvPr>
        </p:nvSpPr>
        <p:spPr/>
        <p:txBody>
          <a:bodyPr/>
          <a:lstStyle/>
          <a:p>
            <a:pPr lvl="0" algn="r" eaLnBrk="1" hangingPunct="1"/>
            <a:fld id="{566ABCEB-ACFC-4714-9973-3DA970169C29}" type="slidenum">
              <a:rPr lang="en-US" altLang="zh-CN" sz="1200" smtClean="0">
                <a:latin typeface="Arial" pitchFamily="34" charset="0"/>
              </a:rPr>
              <a:pPr lvl="0" algn="r" eaLnBrk="1" hangingPunct="1"/>
              <a:t>7</a:t>
            </a:fld>
            <a:endParaRPr lang="en-US" altLang="zh-CN" sz="1200">
              <a:latin typeface="Arial" pitchFamily="34" charset="0"/>
            </a:endParaRPr>
          </a:p>
        </p:txBody>
      </p:sp>
    </p:spTree>
    <p:extLst>
      <p:ext uri="{BB962C8B-B14F-4D97-AF65-F5344CB8AC3E}">
        <p14:creationId xmlns:p14="http://schemas.microsoft.com/office/powerpoint/2010/main" val="26540935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baseline="0" dirty="0">
                <a:solidFill>
                  <a:schemeClr val="dk1"/>
                </a:solidFill>
                <a:effectLst/>
                <a:latin typeface="Arial" pitchFamily="34" charset="0"/>
                <a:ea typeface="宋体" pitchFamily="2" charset="-122"/>
                <a:sym typeface="Times New Roman" pitchFamily="18" charset="0"/>
              </a:rPr>
              <a:t>以太网就是典型的广播式传输网络，其所使用的就是各种以太网</a:t>
            </a:r>
            <a:r>
              <a:rPr lang="en-US" altLang="zh-CN" sz="1200" b="0" i="0" u="none" baseline="0" dirty="0">
                <a:solidFill>
                  <a:schemeClr val="dk1"/>
                </a:solidFill>
                <a:effectLst/>
                <a:latin typeface="Arial" pitchFamily="34" charset="0"/>
                <a:ea typeface="宋体" pitchFamily="2" charset="-122"/>
                <a:sym typeface="Times New Roman" pitchFamily="18" charset="0"/>
              </a:rPr>
              <a:t>Ethernet</a:t>
            </a:r>
            <a:r>
              <a:rPr lang="zh-CN" altLang="en-US" sz="1200" b="0" i="0" u="none" baseline="0" dirty="0">
                <a:solidFill>
                  <a:schemeClr val="dk1"/>
                </a:solidFill>
                <a:effectLst/>
                <a:latin typeface="Arial" pitchFamily="34" charset="0"/>
                <a:ea typeface="宋体" pitchFamily="2" charset="-122"/>
                <a:sym typeface="Times New Roman" pitchFamily="18" charset="0"/>
              </a:rPr>
              <a:t>协议。环形拓扑结枸的令牌环网络和总线型拓扑结构的令牌总线网络也是广播式传输网络，因为在这两种拓扑结构网络个是存在公共传输通道的，这条公共传输通道就是那条总线。不仅环形、总线型拓扑结构的网络可以是广播式网络，其他的像星型、树形、网状拓扑结构的美国服务器网络都可以是广播式传输网络，因为这些网络中都存在公共信道。各种无线网络、卫星传播网络也都是广播式传输网络的，因为它们的传输信道都是公用的。</a:t>
            </a:r>
            <a:endParaRPr lang="zh-CN" altLang="en-US" dirty="0"/>
          </a:p>
        </p:txBody>
      </p:sp>
      <p:sp>
        <p:nvSpPr>
          <p:cNvPr id="4" name="灯片编号占位符 3"/>
          <p:cNvSpPr>
            <a:spLocks noGrp="1"/>
          </p:cNvSpPr>
          <p:nvPr>
            <p:ph type="sldNum" sz="quarter" idx="5"/>
          </p:nvPr>
        </p:nvSpPr>
        <p:spPr/>
        <p:txBody>
          <a:bodyPr/>
          <a:lstStyle/>
          <a:p>
            <a:pPr lvl="0" algn="r" eaLnBrk="1" hangingPunct="1"/>
            <a:fld id="{566ABCEB-ACFC-4714-9973-3DA970169C29}" type="slidenum">
              <a:rPr lang="en-US" altLang="zh-CN" sz="1200" smtClean="0">
                <a:latin typeface="Arial" pitchFamily="34" charset="0"/>
              </a:rPr>
              <a:pPr lvl="0" algn="r" eaLnBrk="1" hangingPunct="1"/>
              <a:t>8</a:t>
            </a:fld>
            <a:endParaRPr lang="en-US" altLang="zh-CN" sz="1200">
              <a:latin typeface="Arial" pitchFamily="34" charset="0"/>
            </a:endParaRPr>
          </a:p>
        </p:txBody>
      </p:sp>
    </p:spTree>
    <p:extLst>
      <p:ext uri="{BB962C8B-B14F-4D97-AF65-F5344CB8AC3E}">
        <p14:creationId xmlns:p14="http://schemas.microsoft.com/office/powerpoint/2010/main" val="3819788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DWDM</a:t>
            </a:r>
            <a:r>
              <a:rPr lang="zh-CN" altLang="en-US" b="0" u="sng" dirty="0">
                <a:solidFill>
                  <a:srgbClr val="2440B3"/>
                </a:solidFill>
                <a:effectLst/>
                <a:latin typeface="Arial" panose="020B0604020202020204" pitchFamily="34" charset="0"/>
                <a:hlinkClick r:id="rId3"/>
              </a:rPr>
              <a:t>密集波分复用系统</a:t>
            </a:r>
            <a:endParaRPr lang="zh-CN" altLang="en-US" b="0" dirty="0">
              <a:solidFill>
                <a:srgbClr val="333333"/>
              </a:solidFill>
              <a:effectLst/>
              <a:latin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pPr lvl="0" algn="r" eaLnBrk="1" hangingPunct="1"/>
            <a:fld id="{566ABCEB-ACFC-4714-9973-3DA970169C29}" type="slidenum">
              <a:rPr lang="en-US" altLang="zh-CN" sz="1200" smtClean="0">
                <a:latin typeface="Arial" pitchFamily="34" charset="0"/>
              </a:rPr>
              <a:pPr lvl="0" algn="r" eaLnBrk="1" hangingPunct="1"/>
              <a:t>30</a:t>
            </a:fld>
            <a:endParaRPr lang="en-US" altLang="zh-CN" sz="1200">
              <a:latin typeface="Arial" pitchFamily="34" charset="0"/>
            </a:endParaRPr>
          </a:p>
        </p:txBody>
      </p:sp>
    </p:spTree>
    <p:extLst>
      <p:ext uri="{BB962C8B-B14F-4D97-AF65-F5344CB8AC3E}">
        <p14:creationId xmlns:p14="http://schemas.microsoft.com/office/powerpoint/2010/main" val="1858025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1" name="Rectangle 7"/>
          <p:cNvSpPr txBox="1"/>
          <p:nvPr/>
        </p:nvSpPr>
        <p:spPr>
          <a:xfrm>
            <a:off x="3884612" y="8685212"/>
            <a:ext cx="2971800" cy="457200"/>
          </a:xfrm>
          <a:prstGeom prst="rect">
            <a:avLst/>
          </a:prstGeom>
          <a:noFill/>
          <a:ln>
            <a:noFill/>
          </a:ln>
        </p:spPr>
        <p:txBody>
          <a:bodyPr vert="horz" lIns="91440" tIns="45720" rIns="91440" bIns="45720" anchor="b"/>
          <a:lstStyle/>
          <a:p>
            <a:pPr lvl="0" algn="r" eaLnBrk="1" hangingPunct="1"/>
            <a:fld id="{566ABCEB-ACFC-4714-9973-3DA970169C29}" type="slidenum">
              <a:rPr lang="en-US" altLang="zh-CN" sz="1200">
                <a:latin typeface="Arial" pitchFamily="34" charset="0"/>
              </a:rPr>
              <a:pPr lvl="0" algn="r" eaLnBrk="1" hangingPunct="1"/>
              <a:t>38</a:t>
            </a:fld>
            <a:endParaRPr lang="en-US" altLang="zh-CN" sz="1200">
              <a:latin typeface="Arial" pitchFamily="34" charset="0"/>
            </a:endParaRPr>
          </a:p>
        </p:txBody>
      </p:sp>
      <p:sp>
        <p:nvSpPr>
          <p:cNvPr id="1048842" name="Rectangle 2"/>
          <p:cNvSpPr>
            <a:spLocks noGrp="1" noRot="1" noChangeAspect="1"/>
          </p:cNvSpPr>
          <p:nvPr>
            <p:ph type="sldImg"/>
          </p:nvPr>
        </p:nvSpPr>
        <p:spPr>
          <a:xfrm>
            <a:off x="381000" y="685800"/>
            <a:ext cx="6096000" cy="3429000"/>
          </a:xfrm>
          <a:prstGeom prst="rect">
            <a:avLst/>
          </a:prstGeom>
        </p:spPr>
        <p:txBody>
          <a:bodyPr vert="horz" lIns="91440" tIns="45720" rIns="91440" bIns="45720" anchor="ctr"/>
          <a:lstStyle/>
          <a:p>
            <a:endParaRPr/>
          </a:p>
        </p:txBody>
      </p:sp>
      <p:sp>
        <p:nvSpPr>
          <p:cNvPr id="1048843" name="Rectangle 3"/>
          <p:cNvSpPr>
            <a:spLocks noGrp="1"/>
          </p:cNvSpPr>
          <p:nvPr>
            <p:ph type="body" idx="1"/>
          </p:nvPr>
        </p:nvSpPr>
        <p:spPr>
          <a:xfrm>
            <a:off x="685800" y="4343400"/>
            <a:ext cx="5486400" cy="4114800"/>
          </a:xfrm>
          <a:prstGeom prst="rect">
            <a:avLst/>
          </a:prstGeom>
          <a:noFill/>
        </p:spPr>
        <p:txBody>
          <a:bodyPr vert="horz" lIns="91440" tIns="45720" rIns="91440" bIns="45720" anchor="t"/>
          <a:lstStyle/>
          <a:p>
            <a:r>
              <a:rPr lang="zh-CN" altLang="en-US" sz="1200" b="0" i="0" u="none" baseline="0" dirty="0">
                <a:solidFill>
                  <a:schemeClr val="dk1"/>
                </a:solidFill>
                <a:effectLst/>
                <a:latin typeface="Arial" pitchFamily="34" charset="0"/>
                <a:ea typeface="宋体" pitchFamily="2" charset="-122"/>
                <a:sym typeface="Times New Roman" pitchFamily="18" charset="0"/>
              </a:rPr>
              <a:t>在网络中</a:t>
            </a:r>
            <a:r>
              <a:rPr lang="zh-CN" altLang="en-US" sz="1200" b="1" i="0" u="none" baseline="0" dirty="0">
                <a:solidFill>
                  <a:schemeClr val="dk1"/>
                </a:solidFill>
                <a:effectLst/>
                <a:latin typeface="Arial" pitchFamily="34" charset="0"/>
                <a:ea typeface="宋体" pitchFamily="2" charset="-122"/>
                <a:sym typeface="Times New Roman" pitchFamily="18" charset="0"/>
              </a:rPr>
              <a:t>只有一个单一的通信信道</a:t>
            </a:r>
            <a:r>
              <a:rPr lang="zh-CN" altLang="en-US" sz="1200" b="0" i="0" u="none" baseline="0" dirty="0">
                <a:solidFill>
                  <a:schemeClr val="dk1"/>
                </a:solidFill>
                <a:effectLst/>
                <a:latin typeface="Arial" pitchFamily="34" charset="0"/>
                <a:ea typeface="宋体" pitchFamily="2" charset="-122"/>
                <a:sym typeface="Times New Roman" pitchFamily="18" charset="0"/>
              </a:rPr>
              <a:t>，由这个网络中所有的主机所共享。</a:t>
            </a:r>
          </a:p>
          <a:p>
            <a:r>
              <a:rPr lang="zh-CN" altLang="en-US" sz="1200" b="0" i="0" u="none" baseline="0" dirty="0">
                <a:solidFill>
                  <a:schemeClr val="dk1"/>
                </a:solidFill>
                <a:effectLst/>
                <a:latin typeface="Arial" pitchFamily="34" charset="0"/>
                <a:ea typeface="宋体" pitchFamily="2" charset="-122"/>
                <a:sym typeface="Times New Roman" pitchFamily="18" charset="0"/>
              </a:rPr>
              <a:t>即</a:t>
            </a:r>
            <a:r>
              <a:rPr lang="zh-CN" altLang="en-US" sz="1200" b="1" i="0" u="none" baseline="0" dirty="0">
                <a:solidFill>
                  <a:schemeClr val="dk1"/>
                </a:solidFill>
                <a:effectLst/>
                <a:latin typeface="Arial" pitchFamily="34" charset="0"/>
                <a:ea typeface="宋体" pitchFamily="2" charset="-122"/>
                <a:sym typeface="Times New Roman" pitchFamily="18" charset="0"/>
              </a:rPr>
              <a:t>多个计算机连接到一条通信线路上的不同分支点上</a:t>
            </a:r>
            <a:r>
              <a:rPr lang="zh-CN" altLang="en-US" sz="1200" b="0" i="0" u="none" baseline="0" dirty="0">
                <a:solidFill>
                  <a:schemeClr val="dk1"/>
                </a:solidFill>
                <a:effectLst/>
                <a:latin typeface="Arial" pitchFamily="34" charset="0"/>
                <a:ea typeface="宋体" pitchFamily="2" charset="-122"/>
                <a:sym typeface="Times New Roman" pitchFamily="18" charset="0"/>
              </a:rPr>
              <a:t>，任意一个节点所发出的报文分组被其他所有节点接受。</a:t>
            </a:r>
          </a:p>
          <a:p>
            <a:pPr lvl="0" eaLnBrk="1" hangingPunct="1"/>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40" name="Rectangle 7"/>
          <p:cNvSpPr txBox="1"/>
          <p:nvPr/>
        </p:nvSpPr>
        <p:spPr>
          <a:xfrm>
            <a:off x="3884612" y="8685212"/>
            <a:ext cx="2971800" cy="457200"/>
          </a:xfrm>
          <a:prstGeom prst="rect">
            <a:avLst/>
          </a:prstGeom>
          <a:noFill/>
          <a:ln>
            <a:noFill/>
          </a:ln>
        </p:spPr>
        <p:txBody>
          <a:bodyPr vert="horz" lIns="91440" tIns="45720" rIns="91440" bIns="45720" anchor="b"/>
          <a:lstStyle/>
          <a:p>
            <a:pPr lvl="0" algn="r" eaLnBrk="1" hangingPunct="1"/>
            <a:fld id="{566ABCEB-ACFC-4714-9973-3DA970169C29}" type="slidenum">
              <a:rPr lang="en-US" altLang="zh-CN" sz="1200">
                <a:latin typeface="Arial" pitchFamily="34" charset="0"/>
              </a:rPr>
              <a:pPr lvl="0" algn="r" eaLnBrk="1" hangingPunct="1"/>
              <a:t>64</a:t>
            </a:fld>
            <a:endParaRPr lang="en-US" altLang="zh-CN" sz="1200">
              <a:latin typeface="Arial" pitchFamily="34" charset="0"/>
            </a:endParaRPr>
          </a:p>
        </p:txBody>
      </p:sp>
      <p:sp>
        <p:nvSpPr>
          <p:cNvPr id="1049041" name="Rectangle 2"/>
          <p:cNvSpPr>
            <a:spLocks noGrp="1" noRot="1" noChangeAspect="1"/>
          </p:cNvSpPr>
          <p:nvPr>
            <p:ph type="sldImg"/>
          </p:nvPr>
        </p:nvSpPr>
        <p:spPr>
          <a:xfrm>
            <a:off x="381000" y="685800"/>
            <a:ext cx="6096000" cy="3429000"/>
          </a:xfrm>
          <a:prstGeom prst="rect">
            <a:avLst/>
          </a:prstGeom>
        </p:spPr>
        <p:txBody>
          <a:bodyPr vert="horz" lIns="91440" tIns="45720" rIns="91440" bIns="45720" anchor="ctr"/>
          <a:lstStyle/>
          <a:p>
            <a:endParaRPr/>
          </a:p>
        </p:txBody>
      </p:sp>
      <p:sp>
        <p:nvSpPr>
          <p:cNvPr id="1049042" name="Rectangle 3"/>
          <p:cNvSpPr>
            <a:spLocks noGrp="1"/>
          </p:cNvSpPr>
          <p:nvPr>
            <p:ph type="body" idx="1"/>
          </p:nvPr>
        </p:nvSpPr>
        <p:spPr>
          <a:xfrm>
            <a:off x="685800" y="4343400"/>
            <a:ext cx="5486400" cy="4114800"/>
          </a:xfrm>
          <a:prstGeom prst="rect">
            <a:avLst/>
          </a:prstGeom>
          <a:noFill/>
        </p:spPr>
        <p:txBody>
          <a:bodyPr vert="horz" lIns="91440" tIns="45720" rIns="91440" bIns="45720" anchor="t"/>
          <a:lstStyle/>
          <a:p>
            <a:pPr lvl="0" eaLnBrk="1" hangingPunct="1"/>
            <a:r>
              <a:rPr lang="zh-CN" altLang="en-US"/>
              <a:t>教学讨论：</a:t>
            </a:r>
          </a:p>
          <a:p>
            <a:pPr lvl="0" eaLnBrk="1" hangingPunct="1"/>
            <a:r>
              <a:rPr lang="zh-CN" altLang="en-US"/>
              <a:t>（</a:t>
            </a:r>
            <a:r>
              <a:rPr lang="en-US" altLang="zh-CN"/>
              <a:t>1</a:t>
            </a:r>
            <a:r>
              <a:rPr lang="zh-CN" altLang="en-US"/>
              <a:t>）</a:t>
            </a:r>
          </a:p>
          <a:p>
            <a:pPr lvl="0" eaLnBrk="1" hangingPunct="1"/>
            <a:r>
              <a:rPr lang="zh-CN" altLang="en-US"/>
              <a:t>（</a:t>
            </a:r>
            <a:r>
              <a:rPr lang="en-US" altLang="zh-CN"/>
              <a:t>2</a:t>
            </a:r>
            <a:r>
              <a:rPr lang="zh-CN" altLang="en-US"/>
              <a:t>）</a:t>
            </a:r>
          </a:p>
          <a:p>
            <a:pPr lvl="0" eaLnBrk="1" hangingPunct="1"/>
            <a:r>
              <a:rPr lang="zh-CN" altLang="en-US"/>
              <a:t>（</a:t>
            </a:r>
            <a:r>
              <a:rPr lang="en-US" altLang="zh-CN"/>
              <a:t>3</a:t>
            </a:r>
            <a:r>
              <a:rPr lang="zh-CN" altLang="en-US"/>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64" name="Rectangle 7"/>
          <p:cNvSpPr txBox="1"/>
          <p:nvPr/>
        </p:nvSpPr>
        <p:spPr>
          <a:xfrm>
            <a:off x="3884612" y="8685212"/>
            <a:ext cx="2971800" cy="457200"/>
          </a:xfrm>
          <a:prstGeom prst="rect">
            <a:avLst/>
          </a:prstGeom>
          <a:noFill/>
          <a:ln>
            <a:noFill/>
          </a:ln>
        </p:spPr>
        <p:txBody>
          <a:bodyPr vert="horz" lIns="91440" tIns="45720" rIns="91440" bIns="45720" anchor="b"/>
          <a:lstStyle/>
          <a:p>
            <a:pPr lvl="0" algn="r" eaLnBrk="1" hangingPunct="1"/>
            <a:fld id="{566ABCEB-ACFC-4714-9973-3DA970169C29}" type="slidenum">
              <a:rPr lang="en-US" altLang="zh-CN" sz="1200">
                <a:latin typeface="Arial" pitchFamily="34" charset="0"/>
              </a:rPr>
              <a:pPr lvl="0" algn="r" eaLnBrk="1" hangingPunct="1"/>
              <a:t>88</a:t>
            </a:fld>
            <a:endParaRPr lang="en-US" altLang="zh-CN" sz="1200">
              <a:latin typeface="Arial" pitchFamily="34" charset="0"/>
            </a:endParaRPr>
          </a:p>
        </p:txBody>
      </p:sp>
      <p:sp>
        <p:nvSpPr>
          <p:cNvPr id="1049165" name="Rectangle 2"/>
          <p:cNvSpPr>
            <a:spLocks noGrp="1" noRot="1" noChangeAspect="1"/>
          </p:cNvSpPr>
          <p:nvPr>
            <p:ph type="sldImg"/>
          </p:nvPr>
        </p:nvSpPr>
        <p:spPr>
          <a:xfrm>
            <a:off x="381000" y="685800"/>
            <a:ext cx="6096000" cy="3429000"/>
          </a:xfrm>
          <a:prstGeom prst="rect">
            <a:avLst/>
          </a:prstGeom>
        </p:spPr>
        <p:txBody>
          <a:bodyPr vert="horz" lIns="91440" tIns="45720" rIns="91440" bIns="45720" anchor="ctr"/>
          <a:lstStyle/>
          <a:p>
            <a:endParaRPr/>
          </a:p>
        </p:txBody>
      </p:sp>
      <p:sp>
        <p:nvSpPr>
          <p:cNvPr id="1049166" name="Rectangle 3"/>
          <p:cNvSpPr>
            <a:spLocks noGrp="1"/>
          </p:cNvSpPr>
          <p:nvPr>
            <p:ph type="body" idx="1"/>
          </p:nvPr>
        </p:nvSpPr>
        <p:spPr>
          <a:xfrm>
            <a:off x="685800" y="4343400"/>
            <a:ext cx="5486400" cy="4114800"/>
          </a:xfrm>
          <a:prstGeom prst="rect">
            <a:avLst/>
          </a:prstGeom>
          <a:noFill/>
        </p:spPr>
        <p:txBody>
          <a:bodyPr vert="horz" lIns="91440" tIns="45720" rIns="91440" bIns="45720" anchor="t"/>
          <a:lstStyle/>
          <a:p>
            <a:pPr lvl="0" eaLnBrk="1" hangingPunct="1"/>
            <a:r>
              <a:rPr lang="zh-CN" altLang="en-US"/>
              <a:t>教学讨论：</a:t>
            </a:r>
          </a:p>
          <a:p>
            <a:pPr lvl="0" eaLnBrk="1" hangingPunct="1"/>
            <a:r>
              <a:rPr lang="zh-CN" altLang="en-US"/>
              <a:t>（</a:t>
            </a:r>
            <a:r>
              <a:rPr lang="en-US" altLang="zh-CN"/>
              <a:t>1</a:t>
            </a:r>
            <a:r>
              <a:rPr lang="zh-CN" altLang="en-US"/>
              <a:t>）</a:t>
            </a:r>
          </a:p>
          <a:p>
            <a:pPr lvl="0" eaLnBrk="1" hangingPunct="1"/>
            <a:r>
              <a:rPr lang="zh-CN" altLang="en-US"/>
              <a:t>（</a:t>
            </a:r>
            <a:r>
              <a:rPr lang="en-US" altLang="zh-CN"/>
              <a:t>2</a:t>
            </a:r>
            <a:r>
              <a:rPr lang="zh-CN" altLang="en-US"/>
              <a:t>）</a:t>
            </a:r>
          </a:p>
          <a:p>
            <a:pPr lvl="0" eaLnBrk="1" hangingPunct="1"/>
            <a:r>
              <a:rPr lang="zh-CN" altLang="en-US"/>
              <a:t>（</a:t>
            </a:r>
            <a:r>
              <a:rPr lang="en-US" altLang="zh-CN"/>
              <a:t>3</a:t>
            </a:r>
            <a:r>
              <a:rPr lang="zh-CN" altLang="en-US"/>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3375"/>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1350"/>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zh-CN" altLang="en-US"/>
              <a:t>单击此处编辑母版副标题样式</a:t>
            </a:r>
            <a:endParaRPr lang="en-US" dirty="0"/>
          </a:p>
        </p:txBody>
      </p:sp>
      <p:sp>
        <p:nvSpPr>
          <p:cNvPr id="4" name="Date Placeholder 3"/>
          <p:cNvSpPr>
            <a:spLocks noGrp="1"/>
          </p:cNvSpPr>
          <p:nvPr>
            <p:ph type="dt" sz="half" idx="10"/>
          </p:nvPr>
        </p:nvSpPr>
        <p:spPr>
          <a:xfrm>
            <a:off x="838200" y="6356354"/>
            <a:ext cx="2743200" cy="365125"/>
          </a:xfrm>
          <a:prstGeom prst="rect">
            <a:avLst/>
          </a:prstGeom>
        </p:spPr>
        <p:txBody>
          <a:bodyPr/>
          <a:lstStyle/>
          <a:p>
            <a:fld id="{30520A38-C711-45E0-B602-910B77E12502}" type="datetimeFigureOut">
              <a:rPr lang="zh-CN" altLang="en-US" smtClean="0"/>
              <a:t>2023/9/27</a:t>
            </a:fld>
            <a:endParaRPr lang="zh-CN" altLang="en-US"/>
          </a:p>
        </p:txBody>
      </p:sp>
      <p:sp>
        <p:nvSpPr>
          <p:cNvPr id="5" name="Footer Placeholder 4"/>
          <p:cNvSpPr>
            <a:spLocks noGrp="1"/>
          </p:cNvSpPr>
          <p:nvPr>
            <p:ph type="ftr" sz="quarter" idx="11"/>
          </p:nvPr>
        </p:nvSpPr>
        <p:spPr>
          <a:xfrm>
            <a:off x="4038600" y="6356354"/>
            <a:ext cx="41148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8610600" y="6356354"/>
            <a:ext cx="2743200" cy="365125"/>
          </a:xfrm>
          <a:prstGeom prst="rect">
            <a:avLst/>
          </a:prstGeom>
        </p:spPr>
        <p:txBody>
          <a:bodyPr/>
          <a:lstStyle/>
          <a:p>
            <a:fld id="{96DBB465-DEAA-4812-9C23-3B4F8DEDCCD2}" type="slidenum">
              <a:rPr lang="zh-CN" altLang="en-US" smtClean="0"/>
              <a:t>‹#›</a:t>
            </a:fld>
            <a:endParaRPr lang="zh-CN" altLang="en-US"/>
          </a:p>
        </p:txBody>
      </p:sp>
    </p:spTree>
    <p:extLst>
      <p:ext uri="{BB962C8B-B14F-4D97-AF65-F5344CB8AC3E}">
        <p14:creationId xmlns:p14="http://schemas.microsoft.com/office/powerpoint/2010/main" val="636293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9"/>
            <a:ext cx="10515600" cy="1325563"/>
          </a:xfrm>
          <a:prstGeom prst="rect">
            <a:avLst/>
          </a:prstGeom>
        </p:spPr>
        <p:txBody>
          <a:bodyPr/>
          <a:lstStyle/>
          <a:p>
            <a:r>
              <a:rPr lang="zh-CN" altLang="en-US"/>
              <a:t>单击此处编辑母版标题样式</a:t>
            </a:r>
            <a:endParaRPr lang="en-US" dirty="0"/>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a:xfrm>
            <a:off x="838200" y="6356354"/>
            <a:ext cx="2743200" cy="365125"/>
          </a:xfrm>
          <a:prstGeom prst="rect">
            <a:avLst/>
          </a:prstGeom>
        </p:spPr>
        <p:txBody>
          <a:bodyPr/>
          <a:lstStyle/>
          <a:p>
            <a:fld id="{30520A38-C711-45E0-B602-910B77E12502}" type="datetimeFigureOut">
              <a:rPr lang="zh-CN" altLang="en-US" smtClean="0"/>
              <a:t>2023/9/27</a:t>
            </a:fld>
            <a:endParaRPr lang="zh-CN" altLang="en-US"/>
          </a:p>
        </p:txBody>
      </p:sp>
      <p:sp>
        <p:nvSpPr>
          <p:cNvPr id="5" name="Footer Placeholder 4"/>
          <p:cNvSpPr>
            <a:spLocks noGrp="1"/>
          </p:cNvSpPr>
          <p:nvPr>
            <p:ph type="ftr" sz="quarter" idx="11"/>
          </p:nvPr>
        </p:nvSpPr>
        <p:spPr>
          <a:xfrm>
            <a:off x="4038600" y="6356354"/>
            <a:ext cx="41148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8610600" y="6356354"/>
            <a:ext cx="2743200" cy="365125"/>
          </a:xfrm>
          <a:prstGeom prst="rect">
            <a:avLst/>
          </a:prstGeom>
        </p:spPr>
        <p:txBody>
          <a:bodyPr/>
          <a:lstStyle/>
          <a:p>
            <a:fld id="{96DBB465-DEAA-4812-9C23-3B4F8DEDCCD2}" type="slidenum">
              <a:rPr lang="zh-CN" altLang="en-US" smtClean="0"/>
              <a:t>‹#›</a:t>
            </a:fld>
            <a:endParaRPr lang="zh-CN" altLang="en-US"/>
          </a:p>
        </p:txBody>
      </p:sp>
    </p:spTree>
    <p:extLst>
      <p:ext uri="{BB962C8B-B14F-4D97-AF65-F5344CB8AC3E}">
        <p14:creationId xmlns:p14="http://schemas.microsoft.com/office/powerpoint/2010/main" val="3700931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2"/>
            <a:ext cx="10515600" cy="2852737"/>
          </a:xfrm>
          <a:prstGeom prst="rect">
            <a:avLst/>
          </a:prstGeom>
        </p:spPr>
        <p:txBody>
          <a:bodyPr anchor="b"/>
          <a:lstStyle>
            <a:lvl1pPr>
              <a:defRPr sz="3375"/>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1" y="4589467"/>
            <a:ext cx="10515600" cy="1500187"/>
          </a:xfrm>
          <a:prstGeom prst="rect">
            <a:avLst/>
          </a:prstGeo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3">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a:xfrm>
            <a:off x="838200" y="6356354"/>
            <a:ext cx="2743200" cy="365125"/>
          </a:xfrm>
          <a:prstGeom prst="rect">
            <a:avLst/>
          </a:prstGeom>
        </p:spPr>
        <p:txBody>
          <a:bodyPr/>
          <a:lstStyle/>
          <a:p>
            <a:fld id="{30520A38-C711-45E0-B602-910B77E12502}" type="datetimeFigureOut">
              <a:rPr lang="zh-CN" altLang="en-US" smtClean="0"/>
              <a:t>2023/9/27</a:t>
            </a:fld>
            <a:endParaRPr lang="zh-CN" altLang="en-US"/>
          </a:p>
        </p:txBody>
      </p:sp>
      <p:sp>
        <p:nvSpPr>
          <p:cNvPr id="5" name="Footer Placeholder 4"/>
          <p:cNvSpPr>
            <a:spLocks noGrp="1"/>
          </p:cNvSpPr>
          <p:nvPr>
            <p:ph type="ftr" sz="quarter" idx="11"/>
          </p:nvPr>
        </p:nvSpPr>
        <p:spPr>
          <a:xfrm>
            <a:off x="4038600" y="6356354"/>
            <a:ext cx="41148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8610600" y="6356354"/>
            <a:ext cx="2743200" cy="365125"/>
          </a:xfrm>
          <a:prstGeom prst="rect">
            <a:avLst/>
          </a:prstGeom>
        </p:spPr>
        <p:txBody>
          <a:bodyPr/>
          <a:lstStyle/>
          <a:p>
            <a:fld id="{96DBB465-DEAA-4812-9C23-3B4F8DEDCCD2}" type="slidenum">
              <a:rPr lang="zh-CN" altLang="en-US" smtClean="0"/>
              <a:t>‹#›</a:t>
            </a:fld>
            <a:endParaRPr lang="zh-CN" altLang="en-US"/>
          </a:p>
        </p:txBody>
      </p:sp>
    </p:spTree>
    <p:extLst>
      <p:ext uri="{BB962C8B-B14F-4D97-AF65-F5344CB8AC3E}">
        <p14:creationId xmlns:p14="http://schemas.microsoft.com/office/powerpoint/2010/main" val="134688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9"/>
            <a:ext cx="10515600" cy="1325563"/>
          </a:xfrm>
          <a:prstGeom prst="rect">
            <a:avLst/>
          </a:prstGeo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a:xfrm>
            <a:off x="838200" y="6356354"/>
            <a:ext cx="2743200" cy="365125"/>
          </a:xfrm>
          <a:prstGeom prst="rect">
            <a:avLst/>
          </a:prstGeom>
        </p:spPr>
        <p:txBody>
          <a:bodyPr/>
          <a:lstStyle/>
          <a:p>
            <a:fld id="{30520A38-C711-45E0-B602-910B77E12502}" type="datetimeFigureOut">
              <a:rPr lang="zh-CN" altLang="en-US" smtClean="0"/>
              <a:t>2023/9/27</a:t>
            </a:fld>
            <a:endParaRPr lang="zh-CN" altLang="en-US"/>
          </a:p>
        </p:txBody>
      </p:sp>
      <p:sp>
        <p:nvSpPr>
          <p:cNvPr id="6" name="Footer Placeholder 5"/>
          <p:cNvSpPr>
            <a:spLocks noGrp="1"/>
          </p:cNvSpPr>
          <p:nvPr>
            <p:ph type="ftr" sz="quarter" idx="11"/>
          </p:nvPr>
        </p:nvSpPr>
        <p:spPr>
          <a:xfrm>
            <a:off x="4038600" y="6356354"/>
            <a:ext cx="4114800" cy="365125"/>
          </a:xfrm>
          <a:prstGeom prst="rect">
            <a:avLst/>
          </a:prstGeom>
        </p:spPr>
        <p:txBody>
          <a:bodyPr/>
          <a:lstStyle/>
          <a:p>
            <a:endParaRPr lang="zh-CN" altLang="en-US"/>
          </a:p>
        </p:txBody>
      </p:sp>
      <p:sp>
        <p:nvSpPr>
          <p:cNvPr id="7" name="Slide Number Placeholder 6"/>
          <p:cNvSpPr>
            <a:spLocks noGrp="1"/>
          </p:cNvSpPr>
          <p:nvPr>
            <p:ph type="sldNum" sz="quarter" idx="12"/>
          </p:nvPr>
        </p:nvSpPr>
        <p:spPr>
          <a:xfrm>
            <a:off x="8610600" y="6356354"/>
            <a:ext cx="2743200" cy="365125"/>
          </a:xfrm>
          <a:prstGeom prst="rect">
            <a:avLst/>
          </a:prstGeom>
        </p:spPr>
        <p:txBody>
          <a:bodyPr/>
          <a:lstStyle/>
          <a:p>
            <a:fld id="{96DBB465-DEAA-4812-9C23-3B4F8DEDCCD2}" type="slidenum">
              <a:rPr lang="zh-CN" altLang="en-US" smtClean="0"/>
              <a:t>‹#›</a:t>
            </a:fld>
            <a:endParaRPr lang="zh-CN" altLang="en-US"/>
          </a:p>
        </p:txBody>
      </p:sp>
    </p:spTree>
    <p:extLst>
      <p:ext uri="{BB962C8B-B14F-4D97-AF65-F5344CB8AC3E}">
        <p14:creationId xmlns:p14="http://schemas.microsoft.com/office/powerpoint/2010/main" val="17351384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9"/>
            <a:ext cx="10515600" cy="1325563"/>
          </a:xfrm>
          <a:prstGeom prst="rect">
            <a:avLst/>
          </a:prstGeo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9" y="1681163"/>
            <a:ext cx="5157787" cy="823912"/>
          </a:xfrm>
          <a:prstGeom prst="rect">
            <a:avLst/>
          </a:prstGeo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a:t>编辑母版文本样式</a:t>
            </a:r>
          </a:p>
        </p:txBody>
      </p:sp>
      <p:sp>
        <p:nvSpPr>
          <p:cNvPr id="4" name="Content Placeholder 3"/>
          <p:cNvSpPr>
            <a:spLocks noGrp="1"/>
          </p:cNvSpPr>
          <p:nvPr>
            <p:ph sz="half" idx="2"/>
          </p:nvPr>
        </p:nvSpPr>
        <p:spPr>
          <a:xfrm>
            <a:off x="839789"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2" y="1681163"/>
            <a:ext cx="5183188" cy="823912"/>
          </a:xfrm>
          <a:prstGeom prst="rect">
            <a:avLst/>
          </a:prstGeo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a:t>编辑母版文本样式</a:t>
            </a:r>
          </a:p>
        </p:txBody>
      </p:sp>
      <p:sp>
        <p:nvSpPr>
          <p:cNvPr id="6" name="Content Placeholder 5"/>
          <p:cNvSpPr>
            <a:spLocks noGrp="1"/>
          </p:cNvSpPr>
          <p:nvPr>
            <p:ph sz="quarter" idx="4"/>
          </p:nvPr>
        </p:nvSpPr>
        <p:spPr>
          <a:xfrm>
            <a:off x="6172202"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a:xfrm>
            <a:off x="838200" y="6356354"/>
            <a:ext cx="2743200" cy="365125"/>
          </a:xfrm>
          <a:prstGeom prst="rect">
            <a:avLst/>
          </a:prstGeom>
        </p:spPr>
        <p:txBody>
          <a:bodyPr/>
          <a:lstStyle/>
          <a:p>
            <a:fld id="{30520A38-C711-45E0-B602-910B77E12502}" type="datetimeFigureOut">
              <a:rPr lang="zh-CN" altLang="en-US" smtClean="0"/>
              <a:t>2023/9/27</a:t>
            </a:fld>
            <a:endParaRPr lang="zh-CN" altLang="en-US"/>
          </a:p>
        </p:txBody>
      </p:sp>
      <p:sp>
        <p:nvSpPr>
          <p:cNvPr id="8" name="Footer Placeholder 7"/>
          <p:cNvSpPr>
            <a:spLocks noGrp="1"/>
          </p:cNvSpPr>
          <p:nvPr>
            <p:ph type="ftr" sz="quarter" idx="11"/>
          </p:nvPr>
        </p:nvSpPr>
        <p:spPr>
          <a:xfrm>
            <a:off x="4038600" y="6356354"/>
            <a:ext cx="4114800" cy="365125"/>
          </a:xfrm>
          <a:prstGeom prst="rect">
            <a:avLst/>
          </a:prstGeom>
        </p:spPr>
        <p:txBody>
          <a:bodyPr/>
          <a:lstStyle/>
          <a:p>
            <a:endParaRPr lang="zh-CN" altLang="en-US"/>
          </a:p>
        </p:txBody>
      </p:sp>
      <p:sp>
        <p:nvSpPr>
          <p:cNvPr id="9" name="Slide Number Placeholder 8"/>
          <p:cNvSpPr>
            <a:spLocks noGrp="1"/>
          </p:cNvSpPr>
          <p:nvPr>
            <p:ph type="sldNum" sz="quarter" idx="12"/>
          </p:nvPr>
        </p:nvSpPr>
        <p:spPr>
          <a:xfrm>
            <a:off x="8610600" y="6356354"/>
            <a:ext cx="2743200" cy="365125"/>
          </a:xfrm>
          <a:prstGeom prst="rect">
            <a:avLst/>
          </a:prstGeom>
        </p:spPr>
        <p:txBody>
          <a:bodyPr/>
          <a:lstStyle/>
          <a:p>
            <a:fld id="{96DBB465-DEAA-4812-9C23-3B4F8DEDCCD2}" type="slidenum">
              <a:rPr lang="zh-CN" altLang="en-US" smtClean="0"/>
              <a:t>‹#›</a:t>
            </a:fld>
            <a:endParaRPr lang="zh-CN" altLang="en-US"/>
          </a:p>
        </p:txBody>
      </p:sp>
    </p:spTree>
    <p:extLst>
      <p:ext uri="{BB962C8B-B14F-4D97-AF65-F5344CB8AC3E}">
        <p14:creationId xmlns:p14="http://schemas.microsoft.com/office/powerpoint/2010/main" val="3014904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9"/>
            <a:ext cx="10515600" cy="1325563"/>
          </a:xfrm>
          <a:prstGeom prst="rect">
            <a:avLst/>
          </a:prstGeo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a:xfrm>
            <a:off x="838200" y="6356354"/>
            <a:ext cx="2743200" cy="365125"/>
          </a:xfrm>
          <a:prstGeom prst="rect">
            <a:avLst/>
          </a:prstGeom>
        </p:spPr>
        <p:txBody>
          <a:bodyPr/>
          <a:lstStyle/>
          <a:p>
            <a:fld id="{30520A38-C711-45E0-B602-910B77E12502}" type="datetimeFigureOut">
              <a:rPr lang="zh-CN" altLang="en-US" smtClean="0"/>
              <a:t>2023/9/27</a:t>
            </a:fld>
            <a:endParaRPr lang="zh-CN" altLang="en-US"/>
          </a:p>
        </p:txBody>
      </p:sp>
      <p:sp>
        <p:nvSpPr>
          <p:cNvPr id="4" name="Footer Placeholder 3"/>
          <p:cNvSpPr>
            <a:spLocks noGrp="1"/>
          </p:cNvSpPr>
          <p:nvPr>
            <p:ph type="ftr" sz="quarter" idx="11"/>
          </p:nvPr>
        </p:nvSpPr>
        <p:spPr>
          <a:xfrm>
            <a:off x="4038600" y="6356354"/>
            <a:ext cx="4114800" cy="365125"/>
          </a:xfrm>
          <a:prstGeom prst="rect">
            <a:avLst/>
          </a:prstGeom>
        </p:spPr>
        <p:txBody>
          <a:bodyPr/>
          <a:lstStyle/>
          <a:p>
            <a:endParaRPr lang="zh-CN" altLang="en-US"/>
          </a:p>
        </p:txBody>
      </p:sp>
      <p:sp>
        <p:nvSpPr>
          <p:cNvPr id="5" name="Slide Number Placeholder 4"/>
          <p:cNvSpPr>
            <a:spLocks noGrp="1"/>
          </p:cNvSpPr>
          <p:nvPr>
            <p:ph type="sldNum" sz="quarter" idx="12"/>
          </p:nvPr>
        </p:nvSpPr>
        <p:spPr>
          <a:xfrm>
            <a:off x="8610600" y="6356354"/>
            <a:ext cx="2743200" cy="365125"/>
          </a:xfrm>
          <a:prstGeom prst="rect">
            <a:avLst/>
          </a:prstGeom>
        </p:spPr>
        <p:txBody>
          <a:bodyPr/>
          <a:lstStyle/>
          <a:p>
            <a:fld id="{96DBB465-DEAA-4812-9C23-3B4F8DEDCCD2}" type="slidenum">
              <a:rPr lang="zh-CN" altLang="en-US" smtClean="0"/>
              <a:t>‹#›</a:t>
            </a:fld>
            <a:endParaRPr lang="zh-CN" altLang="en-US"/>
          </a:p>
        </p:txBody>
      </p:sp>
    </p:spTree>
    <p:extLst>
      <p:ext uri="{BB962C8B-B14F-4D97-AF65-F5344CB8AC3E}">
        <p14:creationId xmlns:p14="http://schemas.microsoft.com/office/powerpoint/2010/main" val="38422623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4"/>
            <a:ext cx="2743200" cy="365125"/>
          </a:xfrm>
          <a:prstGeom prst="rect">
            <a:avLst/>
          </a:prstGeom>
        </p:spPr>
        <p:txBody>
          <a:bodyPr/>
          <a:lstStyle/>
          <a:p>
            <a:fld id="{30520A38-C711-45E0-B602-910B77E12502}" type="datetimeFigureOut">
              <a:rPr lang="zh-CN" altLang="en-US" smtClean="0"/>
              <a:t>2023/9/27</a:t>
            </a:fld>
            <a:endParaRPr lang="zh-CN" altLang="en-US"/>
          </a:p>
        </p:txBody>
      </p:sp>
      <p:sp>
        <p:nvSpPr>
          <p:cNvPr id="3" name="Footer Placeholder 2"/>
          <p:cNvSpPr>
            <a:spLocks noGrp="1"/>
          </p:cNvSpPr>
          <p:nvPr>
            <p:ph type="ftr" sz="quarter" idx="11"/>
          </p:nvPr>
        </p:nvSpPr>
        <p:spPr>
          <a:xfrm>
            <a:off x="4038600" y="6356354"/>
            <a:ext cx="4114800" cy="365125"/>
          </a:xfrm>
          <a:prstGeom prst="rect">
            <a:avLst/>
          </a:prstGeom>
        </p:spPr>
        <p:txBody>
          <a:bodyPr/>
          <a:lstStyle/>
          <a:p>
            <a:endParaRPr lang="zh-CN" altLang="en-US"/>
          </a:p>
        </p:txBody>
      </p:sp>
      <p:sp>
        <p:nvSpPr>
          <p:cNvPr id="4" name="Slide Number Placeholder 3"/>
          <p:cNvSpPr>
            <a:spLocks noGrp="1"/>
          </p:cNvSpPr>
          <p:nvPr>
            <p:ph type="sldNum" sz="quarter" idx="12"/>
          </p:nvPr>
        </p:nvSpPr>
        <p:spPr>
          <a:xfrm>
            <a:off x="8610600" y="6356354"/>
            <a:ext cx="2743200" cy="365125"/>
          </a:xfrm>
          <a:prstGeom prst="rect">
            <a:avLst/>
          </a:prstGeom>
        </p:spPr>
        <p:txBody>
          <a:bodyPr/>
          <a:lstStyle/>
          <a:p>
            <a:fld id="{96DBB465-DEAA-4812-9C23-3B4F8DEDCCD2}" type="slidenum">
              <a:rPr lang="zh-CN" altLang="en-US" smtClean="0"/>
              <a:t>‹#›</a:t>
            </a:fld>
            <a:endParaRPr lang="zh-CN" altLang="en-US"/>
          </a:p>
        </p:txBody>
      </p:sp>
    </p:spTree>
    <p:extLst>
      <p:ext uri="{BB962C8B-B14F-4D97-AF65-F5344CB8AC3E}">
        <p14:creationId xmlns:p14="http://schemas.microsoft.com/office/powerpoint/2010/main" val="4123202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18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9"/>
            <a:ext cx="6172200" cy="4873625"/>
          </a:xfrm>
          <a:prstGeom prst="rect">
            <a:avLst/>
          </a:prstGeo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zh-CN" altLang="en-US"/>
              <a:t>编辑母版文本样式</a:t>
            </a:r>
          </a:p>
        </p:txBody>
      </p:sp>
      <p:sp>
        <p:nvSpPr>
          <p:cNvPr id="5" name="Date Placeholder 4"/>
          <p:cNvSpPr>
            <a:spLocks noGrp="1"/>
          </p:cNvSpPr>
          <p:nvPr>
            <p:ph type="dt" sz="half" idx="10"/>
          </p:nvPr>
        </p:nvSpPr>
        <p:spPr>
          <a:xfrm>
            <a:off x="838200" y="6356354"/>
            <a:ext cx="2743200" cy="365125"/>
          </a:xfrm>
          <a:prstGeom prst="rect">
            <a:avLst/>
          </a:prstGeom>
        </p:spPr>
        <p:txBody>
          <a:bodyPr/>
          <a:lstStyle/>
          <a:p>
            <a:fld id="{30520A38-C711-45E0-B602-910B77E12502}" type="datetimeFigureOut">
              <a:rPr lang="zh-CN" altLang="en-US" smtClean="0"/>
              <a:t>2023/9/27</a:t>
            </a:fld>
            <a:endParaRPr lang="zh-CN" altLang="en-US"/>
          </a:p>
        </p:txBody>
      </p:sp>
      <p:sp>
        <p:nvSpPr>
          <p:cNvPr id="6" name="Footer Placeholder 5"/>
          <p:cNvSpPr>
            <a:spLocks noGrp="1"/>
          </p:cNvSpPr>
          <p:nvPr>
            <p:ph type="ftr" sz="quarter" idx="11"/>
          </p:nvPr>
        </p:nvSpPr>
        <p:spPr>
          <a:xfrm>
            <a:off x="4038600" y="6356354"/>
            <a:ext cx="4114800" cy="365125"/>
          </a:xfrm>
          <a:prstGeom prst="rect">
            <a:avLst/>
          </a:prstGeom>
        </p:spPr>
        <p:txBody>
          <a:bodyPr/>
          <a:lstStyle/>
          <a:p>
            <a:endParaRPr lang="zh-CN" altLang="en-US"/>
          </a:p>
        </p:txBody>
      </p:sp>
      <p:sp>
        <p:nvSpPr>
          <p:cNvPr id="7" name="Slide Number Placeholder 6"/>
          <p:cNvSpPr>
            <a:spLocks noGrp="1"/>
          </p:cNvSpPr>
          <p:nvPr>
            <p:ph type="sldNum" sz="quarter" idx="12"/>
          </p:nvPr>
        </p:nvSpPr>
        <p:spPr>
          <a:xfrm>
            <a:off x="8610600" y="6356354"/>
            <a:ext cx="2743200" cy="365125"/>
          </a:xfrm>
          <a:prstGeom prst="rect">
            <a:avLst/>
          </a:prstGeom>
        </p:spPr>
        <p:txBody>
          <a:bodyPr/>
          <a:lstStyle/>
          <a:p>
            <a:fld id="{96DBB465-DEAA-4812-9C23-3B4F8DEDCCD2}" type="slidenum">
              <a:rPr lang="zh-CN" altLang="en-US" smtClean="0"/>
              <a:t>‹#›</a:t>
            </a:fld>
            <a:endParaRPr lang="zh-CN" altLang="en-US"/>
          </a:p>
        </p:txBody>
      </p:sp>
    </p:spTree>
    <p:extLst>
      <p:ext uri="{BB962C8B-B14F-4D97-AF65-F5344CB8AC3E}">
        <p14:creationId xmlns:p14="http://schemas.microsoft.com/office/powerpoint/2010/main" val="8492021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18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9"/>
            <a:ext cx="6172200" cy="4873625"/>
          </a:xfrm>
          <a:prstGeom prst="rect">
            <a:avLst/>
          </a:prstGeom>
        </p:spPr>
        <p:txBody>
          <a:bodyPr anchor="t"/>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zh-CN" altLang="en-US"/>
              <a:t>编辑母版文本样式</a:t>
            </a:r>
          </a:p>
        </p:txBody>
      </p:sp>
      <p:sp>
        <p:nvSpPr>
          <p:cNvPr id="5" name="Date Placeholder 4"/>
          <p:cNvSpPr>
            <a:spLocks noGrp="1"/>
          </p:cNvSpPr>
          <p:nvPr>
            <p:ph type="dt" sz="half" idx="10"/>
          </p:nvPr>
        </p:nvSpPr>
        <p:spPr>
          <a:xfrm>
            <a:off x="838200" y="6356354"/>
            <a:ext cx="2743200" cy="365125"/>
          </a:xfrm>
          <a:prstGeom prst="rect">
            <a:avLst/>
          </a:prstGeom>
        </p:spPr>
        <p:txBody>
          <a:bodyPr/>
          <a:lstStyle/>
          <a:p>
            <a:fld id="{30520A38-C711-45E0-B602-910B77E12502}" type="datetimeFigureOut">
              <a:rPr lang="zh-CN" altLang="en-US" smtClean="0"/>
              <a:t>2023/9/27</a:t>
            </a:fld>
            <a:endParaRPr lang="zh-CN" altLang="en-US"/>
          </a:p>
        </p:txBody>
      </p:sp>
      <p:sp>
        <p:nvSpPr>
          <p:cNvPr id="6" name="Footer Placeholder 5"/>
          <p:cNvSpPr>
            <a:spLocks noGrp="1"/>
          </p:cNvSpPr>
          <p:nvPr>
            <p:ph type="ftr" sz="quarter" idx="11"/>
          </p:nvPr>
        </p:nvSpPr>
        <p:spPr>
          <a:xfrm>
            <a:off x="4038600" y="6356354"/>
            <a:ext cx="4114800" cy="365125"/>
          </a:xfrm>
          <a:prstGeom prst="rect">
            <a:avLst/>
          </a:prstGeom>
        </p:spPr>
        <p:txBody>
          <a:bodyPr/>
          <a:lstStyle/>
          <a:p>
            <a:endParaRPr lang="zh-CN" altLang="en-US"/>
          </a:p>
        </p:txBody>
      </p:sp>
      <p:sp>
        <p:nvSpPr>
          <p:cNvPr id="7" name="Slide Number Placeholder 6"/>
          <p:cNvSpPr>
            <a:spLocks noGrp="1"/>
          </p:cNvSpPr>
          <p:nvPr>
            <p:ph type="sldNum" sz="quarter" idx="12"/>
          </p:nvPr>
        </p:nvSpPr>
        <p:spPr>
          <a:xfrm>
            <a:off x="8610600" y="6356354"/>
            <a:ext cx="2743200" cy="365125"/>
          </a:xfrm>
          <a:prstGeom prst="rect">
            <a:avLst/>
          </a:prstGeom>
        </p:spPr>
        <p:txBody>
          <a:bodyPr/>
          <a:lstStyle/>
          <a:p>
            <a:fld id="{96DBB465-DEAA-4812-9C23-3B4F8DEDCCD2}" type="slidenum">
              <a:rPr lang="zh-CN" altLang="en-US" smtClean="0"/>
              <a:t>‹#›</a:t>
            </a:fld>
            <a:endParaRPr lang="zh-CN" altLang="en-US"/>
          </a:p>
        </p:txBody>
      </p:sp>
    </p:spTree>
    <p:extLst>
      <p:ext uri="{BB962C8B-B14F-4D97-AF65-F5344CB8AC3E}">
        <p14:creationId xmlns:p14="http://schemas.microsoft.com/office/powerpoint/2010/main" val="5994381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9"/>
            <a:ext cx="10515600" cy="1325563"/>
          </a:xfrm>
          <a:prstGeom prst="rect">
            <a:avLst/>
          </a:prstGeom>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a:xfrm>
            <a:off x="838200" y="6356354"/>
            <a:ext cx="2743200" cy="365125"/>
          </a:xfrm>
          <a:prstGeom prst="rect">
            <a:avLst/>
          </a:prstGeom>
        </p:spPr>
        <p:txBody>
          <a:bodyPr/>
          <a:lstStyle/>
          <a:p>
            <a:fld id="{30520A38-C711-45E0-B602-910B77E12502}" type="datetimeFigureOut">
              <a:rPr lang="zh-CN" altLang="en-US" smtClean="0"/>
              <a:t>2023/9/27</a:t>
            </a:fld>
            <a:endParaRPr lang="zh-CN" altLang="en-US"/>
          </a:p>
        </p:txBody>
      </p:sp>
      <p:sp>
        <p:nvSpPr>
          <p:cNvPr id="5" name="Footer Placeholder 4"/>
          <p:cNvSpPr>
            <a:spLocks noGrp="1"/>
          </p:cNvSpPr>
          <p:nvPr>
            <p:ph type="ftr" sz="quarter" idx="11"/>
          </p:nvPr>
        </p:nvSpPr>
        <p:spPr>
          <a:xfrm>
            <a:off x="4038600" y="6356354"/>
            <a:ext cx="41148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8610600" y="6356354"/>
            <a:ext cx="2743200" cy="365125"/>
          </a:xfrm>
          <a:prstGeom prst="rect">
            <a:avLst/>
          </a:prstGeom>
        </p:spPr>
        <p:txBody>
          <a:bodyPr/>
          <a:lstStyle/>
          <a:p>
            <a:fld id="{96DBB465-DEAA-4812-9C23-3B4F8DEDCCD2}" type="slidenum">
              <a:rPr lang="zh-CN" altLang="en-US" smtClean="0"/>
              <a:t>‹#›</a:t>
            </a:fld>
            <a:endParaRPr lang="zh-CN" altLang="en-US"/>
          </a:p>
        </p:txBody>
      </p:sp>
    </p:spTree>
    <p:extLst>
      <p:ext uri="{BB962C8B-B14F-4D97-AF65-F5344CB8AC3E}">
        <p14:creationId xmlns:p14="http://schemas.microsoft.com/office/powerpoint/2010/main" val="4260181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5"/>
            <a:ext cx="2628900" cy="5811838"/>
          </a:xfrm>
          <a:prstGeom prst="rect">
            <a:avLst/>
          </a:prstGeo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2"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a:xfrm>
            <a:off x="838200" y="6356354"/>
            <a:ext cx="2743200" cy="365125"/>
          </a:xfrm>
          <a:prstGeom prst="rect">
            <a:avLst/>
          </a:prstGeom>
        </p:spPr>
        <p:txBody>
          <a:bodyPr/>
          <a:lstStyle/>
          <a:p>
            <a:fld id="{30520A38-C711-45E0-B602-910B77E12502}" type="datetimeFigureOut">
              <a:rPr lang="zh-CN" altLang="en-US" smtClean="0"/>
              <a:t>2023/9/27</a:t>
            </a:fld>
            <a:endParaRPr lang="zh-CN" altLang="en-US"/>
          </a:p>
        </p:txBody>
      </p:sp>
      <p:sp>
        <p:nvSpPr>
          <p:cNvPr id="5" name="Footer Placeholder 4"/>
          <p:cNvSpPr>
            <a:spLocks noGrp="1"/>
          </p:cNvSpPr>
          <p:nvPr>
            <p:ph type="ftr" sz="quarter" idx="11"/>
          </p:nvPr>
        </p:nvSpPr>
        <p:spPr>
          <a:xfrm>
            <a:off x="4038600" y="6356354"/>
            <a:ext cx="41148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8610600" y="6356354"/>
            <a:ext cx="2743200" cy="365125"/>
          </a:xfrm>
          <a:prstGeom prst="rect">
            <a:avLst/>
          </a:prstGeom>
        </p:spPr>
        <p:txBody>
          <a:bodyPr/>
          <a:lstStyle/>
          <a:p>
            <a:fld id="{96DBB465-DEAA-4812-9C23-3B4F8DEDCCD2}" type="slidenum">
              <a:rPr lang="zh-CN" altLang="en-US" smtClean="0"/>
              <a:t>‹#›</a:t>
            </a:fld>
            <a:endParaRPr lang="zh-CN" altLang="en-US"/>
          </a:p>
        </p:txBody>
      </p:sp>
    </p:spTree>
    <p:extLst>
      <p:ext uri="{BB962C8B-B14F-4D97-AF65-F5344CB8AC3E}">
        <p14:creationId xmlns:p14="http://schemas.microsoft.com/office/powerpoint/2010/main" val="26666080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48601" name="内容占位符 2"/>
          <p:cNvSpPr>
            <a:spLocks noGrp="1"/>
          </p:cNvSpPr>
          <p:nvPr>
            <p:ph idx="1"/>
          </p:nvPr>
        </p:nvSpPr>
        <p:spPr>
          <a:xfrm>
            <a:off x="838200" y="1825625"/>
            <a:ext cx="10515600" cy="4351338"/>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1048600" name="标题 1"/>
          <p:cNvSpPr>
            <a:spLocks noGrp="1"/>
          </p:cNvSpPr>
          <p:nvPr>
            <p:ph type="title"/>
          </p:nvPr>
        </p:nvSpPr>
        <p:spPr>
          <a:xfrm>
            <a:off x="838200" y="365129"/>
            <a:ext cx="10515600" cy="1325563"/>
          </a:xfrm>
          <a:prstGeom prst="rect">
            <a:avLst/>
          </a:prstGeom>
        </p:spPr>
        <p:txBody>
          <a:bodyPr/>
          <a:lstStyle/>
          <a:p>
            <a:r>
              <a:rPr lang="zh-CN" altLang="en-US" noProof="1"/>
              <a:t>单击此处编辑母版标题样式</a:t>
            </a:r>
          </a:p>
        </p:txBody>
      </p:sp>
    </p:spTree>
    <p:extLst>
      <p:ext uri="{BB962C8B-B14F-4D97-AF65-F5344CB8AC3E}">
        <p14:creationId xmlns:p14="http://schemas.microsoft.com/office/powerpoint/2010/main" val="37532905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
    <p:spTree>
      <p:nvGrpSpPr>
        <p:cNvPr id="1" name=""/>
        <p:cNvGrpSpPr/>
        <p:nvPr/>
      </p:nvGrpSpPr>
      <p:grpSpPr>
        <a:xfrm>
          <a:off x="0" y="0"/>
          <a:ext cx="0" cy="0"/>
          <a:chOff x="0" y="0"/>
          <a:chExt cx="0" cy="0"/>
        </a:xfrm>
      </p:grpSpPr>
      <p:sp>
        <p:nvSpPr>
          <p:cNvPr id="8" name="标题占位符 1">
            <a:extLst>
              <a:ext uri="{FF2B5EF4-FFF2-40B4-BE49-F238E27FC236}">
                <a16:creationId xmlns:a16="http://schemas.microsoft.com/office/drawing/2014/main" id="{C171E04D-9D71-4525-BEB8-E98668B459AF}"/>
              </a:ext>
            </a:extLst>
          </p:cNvPr>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9" name="文本占位符 2">
            <a:extLst>
              <a:ext uri="{FF2B5EF4-FFF2-40B4-BE49-F238E27FC236}">
                <a16:creationId xmlns:a16="http://schemas.microsoft.com/office/drawing/2014/main" id="{7E3CA720-81D7-407B-A2AB-240506153219}"/>
              </a:ext>
            </a:extLst>
          </p:cNvPr>
          <p:cNvSpPr>
            <a:spLocks noGrp="1"/>
          </p:cNvSpPr>
          <p:nvPr>
            <p:ph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a:extLst>
              <a:ext uri="{FF2B5EF4-FFF2-40B4-BE49-F238E27FC236}">
                <a16:creationId xmlns:a16="http://schemas.microsoft.com/office/drawing/2014/main" id="{FE4C5E72-E239-4272-B3EA-4CEB34999262}"/>
              </a:ext>
            </a:extLst>
          </p:cNvPr>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675">
                <a:solidFill>
                  <a:schemeClr val="tx1">
                    <a:tint val="75000"/>
                  </a:schemeClr>
                </a:solidFill>
              </a:defRPr>
            </a:lvl1pPr>
          </a:lstStyle>
          <a:p>
            <a:fld id="{9F690189-E352-4D4C-BEB5-CFAED1FC6F1F}" type="datetimeFigureOut">
              <a:rPr lang="zh-CN" altLang="en-US" smtClean="0"/>
              <a:t>2023/9/27</a:t>
            </a:fld>
            <a:endParaRPr lang="zh-CN" altLang="en-US"/>
          </a:p>
        </p:txBody>
      </p:sp>
      <p:sp>
        <p:nvSpPr>
          <p:cNvPr id="11" name="页脚占位符 4">
            <a:extLst>
              <a:ext uri="{FF2B5EF4-FFF2-40B4-BE49-F238E27FC236}">
                <a16:creationId xmlns:a16="http://schemas.microsoft.com/office/drawing/2014/main" id="{6E6060E0-A213-4A17-BC6C-E4939A446E5D}"/>
              </a:ext>
            </a:extLst>
          </p:cNvPr>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675">
                <a:solidFill>
                  <a:schemeClr val="tx1">
                    <a:tint val="75000"/>
                  </a:schemeClr>
                </a:solidFill>
              </a:defRPr>
            </a:lvl1pPr>
          </a:lstStyle>
          <a:p>
            <a:endParaRPr lang="zh-CN" altLang="en-US"/>
          </a:p>
        </p:txBody>
      </p:sp>
      <p:sp>
        <p:nvSpPr>
          <p:cNvPr id="12" name="灯片编号占位符 5">
            <a:extLst>
              <a:ext uri="{FF2B5EF4-FFF2-40B4-BE49-F238E27FC236}">
                <a16:creationId xmlns:a16="http://schemas.microsoft.com/office/drawing/2014/main" id="{D753B2AC-20D6-4A23-B0BA-FEDC8B2C0D63}"/>
              </a:ext>
            </a:extLst>
          </p:cNvPr>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675">
                <a:solidFill>
                  <a:schemeClr val="tx1">
                    <a:tint val="75000"/>
                  </a:schemeClr>
                </a:solidFill>
              </a:defRPr>
            </a:lvl1pPr>
          </a:lstStyle>
          <a:p>
            <a:fld id="{E4B60AC0-AAD6-4DCA-ABB0-C92DF4BA6EC8}" type="slidenum">
              <a:rPr lang="zh-CN" altLang="en-US" smtClean="0"/>
              <a:t>‹#›</a:t>
            </a:fld>
            <a:endParaRPr lang="zh-CN" altLang="en-US"/>
          </a:p>
        </p:txBody>
      </p:sp>
      <p:sp>
        <p:nvSpPr>
          <p:cNvPr id="13" name="矩形 12">
            <a:extLst>
              <a:ext uri="{FF2B5EF4-FFF2-40B4-BE49-F238E27FC236}">
                <a16:creationId xmlns:a16="http://schemas.microsoft.com/office/drawing/2014/main" id="{542036CF-7541-46C2-ABF0-0F43A5384878}"/>
              </a:ext>
            </a:extLst>
          </p:cNvPr>
          <p:cNvSpPr/>
          <p:nvPr userDrawn="1"/>
        </p:nvSpPr>
        <p:spPr>
          <a:xfrm>
            <a:off x="0" y="6721479"/>
            <a:ext cx="12192000" cy="16341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75"/>
          </a:p>
        </p:txBody>
      </p:sp>
      <p:sp>
        <p:nvSpPr>
          <p:cNvPr id="14" name="矩形 37">
            <a:extLst>
              <a:ext uri="{FF2B5EF4-FFF2-40B4-BE49-F238E27FC236}">
                <a16:creationId xmlns:a16="http://schemas.microsoft.com/office/drawing/2014/main" id="{8139A3A9-0E7C-4B37-AB5F-C628D7FA5892}"/>
              </a:ext>
            </a:extLst>
          </p:cNvPr>
          <p:cNvSpPr/>
          <p:nvPr userDrawn="1"/>
        </p:nvSpPr>
        <p:spPr>
          <a:xfrm>
            <a:off x="10414000" y="6607346"/>
            <a:ext cx="1778000" cy="267166"/>
          </a:xfrm>
          <a:custGeom>
            <a:avLst/>
            <a:gdLst>
              <a:gd name="connsiteX0" fmla="*/ 0 w 1689100"/>
              <a:gd name="connsiteY0" fmla="*/ 0 h 241300"/>
              <a:gd name="connsiteX1" fmla="*/ 1689100 w 1689100"/>
              <a:gd name="connsiteY1" fmla="*/ 0 h 241300"/>
              <a:gd name="connsiteX2" fmla="*/ 1689100 w 1689100"/>
              <a:gd name="connsiteY2" fmla="*/ 241300 h 241300"/>
              <a:gd name="connsiteX3" fmla="*/ 0 w 1689100"/>
              <a:gd name="connsiteY3" fmla="*/ 241300 h 241300"/>
              <a:gd name="connsiteX4" fmla="*/ 0 w 1689100"/>
              <a:gd name="connsiteY4" fmla="*/ 0 h 241300"/>
              <a:gd name="connsiteX0" fmla="*/ 88900 w 1778000"/>
              <a:gd name="connsiteY0" fmla="*/ 0 h 241300"/>
              <a:gd name="connsiteX1" fmla="*/ 1778000 w 1778000"/>
              <a:gd name="connsiteY1" fmla="*/ 0 h 241300"/>
              <a:gd name="connsiteX2" fmla="*/ 1778000 w 1778000"/>
              <a:gd name="connsiteY2" fmla="*/ 241300 h 241300"/>
              <a:gd name="connsiteX3" fmla="*/ 0 w 1778000"/>
              <a:gd name="connsiteY3" fmla="*/ 228600 h 241300"/>
              <a:gd name="connsiteX4" fmla="*/ 88900 w 1778000"/>
              <a:gd name="connsiteY4" fmla="*/ 0 h 241300"/>
              <a:gd name="connsiteX0" fmla="*/ 88900 w 1778000"/>
              <a:gd name="connsiteY0" fmla="*/ 0 h 248055"/>
              <a:gd name="connsiteX1" fmla="*/ 1778000 w 1778000"/>
              <a:gd name="connsiteY1" fmla="*/ 0 h 248055"/>
              <a:gd name="connsiteX2" fmla="*/ 1778000 w 1778000"/>
              <a:gd name="connsiteY2" fmla="*/ 241300 h 248055"/>
              <a:gd name="connsiteX3" fmla="*/ 0 w 1778000"/>
              <a:gd name="connsiteY3" fmla="*/ 248055 h 248055"/>
              <a:gd name="connsiteX4" fmla="*/ 88900 w 1778000"/>
              <a:gd name="connsiteY4" fmla="*/ 0 h 248055"/>
              <a:gd name="connsiteX0" fmla="*/ 88900 w 1778000"/>
              <a:gd name="connsiteY0" fmla="*/ 0 h 248055"/>
              <a:gd name="connsiteX1" fmla="*/ 1778000 w 1778000"/>
              <a:gd name="connsiteY1" fmla="*/ 0 h 248055"/>
              <a:gd name="connsiteX2" fmla="*/ 1778000 w 1778000"/>
              <a:gd name="connsiteY2" fmla="*/ 241300 h 248055"/>
              <a:gd name="connsiteX3" fmla="*/ 0 w 1778000"/>
              <a:gd name="connsiteY3" fmla="*/ 248055 h 248055"/>
              <a:gd name="connsiteX4" fmla="*/ 88900 w 1778000"/>
              <a:gd name="connsiteY4" fmla="*/ 0 h 248055"/>
              <a:gd name="connsiteX0" fmla="*/ 88900 w 1778000"/>
              <a:gd name="connsiteY0" fmla="*/ 0 h 255891"/>
              <a:gd name="connsiteX1" fmla="*/ 1778000 w 1778000"/>
              <a:gd name="connsiteY1" fmla="*/ 0 h 255891"/>
              <a:gd name="connsiteX2" fmla="*/ 1778000 w 1778000"/>
              <a:gd name="connsiteY2" fmla="*/ 255891 h 255891"/>
              <a:gd name="connsiteX3" fmla="*/ 0 w 1778000"/>
              <a:gd name="connsiteY3" fmla="*/ 248055 h 255891"/>
              <a:gd name="connsiteX4" fmla="*/ 88900 w 1778000"/>
              <a:gd name="connsiteY4" fmla="*/ 0 h 2558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8000" h="255891">
                <a:moveTo>
                  <a:pt x="88900" y="0"/>
                </a:moveTo>
                <a:lnTo>
                  <a:pt x="1778000" y="0"/>
                </a:lnTo>
                <a:lnTo>
                  <a:pt x="1778000" y="255891"/>
                </a:lnTo>
                <a:lnTo>
                  <a:pt x="0" y="248055"/>
                </a:lnTo>
                <a:lnTo>
                  <a:pt x="88900" y="0"/>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75"/>
          </a:p>
        </p:txBody>
      </p:sp>
      <p:sp>
        <p:nvSpPr>
          <p:cNvPr id="15" name="TextBox 4">
            <a:extLst>
              <a:ext uri="{FF2B5EF4-FFF2-40B4-BE49-F238E27FC236}">
                <a16:creationId xmlns:a16="http://schemas.microsoft.com/office/drawing/2014/main" id="{3651621F-8E00-42D2-A721-855520BFF6C5}"/>
              </a:ext>
            </a:extLst>
          </p:cNvPr>
          <p:cNvSpPr txBox="1"/>
          <p:nvPr userDrawn="1"/>
        </p:nvSpPr>
        <p:spPr>
          <a:xfrm>
            <a:off x="11090892" y="6614706"/>
            <a:ext cx="513281" cy="178960"/>
          </a:xfrm>
          <a:prstGeom prst="rect">
            <a:avLst/>
          </a:prstGeom>
          <a:noFill/>
        </p:spPr>
        <p:txBody>
          <a:bodyPr wrap="none" rtlCol="0">
            <a:spAutoFit/>
          </a:bodyPr>
          <a:lstStyle/>
          <a:p>
            <a:pPr algn="ctr" fontAlgn="base">
              <a:spcBef>
                <a:spcPct val="0"/>
              </a:spcBef>
              <a:spcAft>
                <a:spcPct val="0"/>
              </a:spcAft>
              <a:buFont typeface="Arial" pitchFamily="34" charset="0"/>
              <a:buNone/>
            </a:pPr>
            <a:r>
              <a:rPr lang="en-US" altLang="zh-CN" sz="563" dirty="0">
                <a:solidFill>
                  <a:schemeClr val="bg1"/>
                </a:solidFill>
                <a:latin typeface="冬青黑体简体中文 W3" panose="020B0300000000000000" pitchFamily="34" charset="-122"/>
                <a:ea typeface="冬青黑体简体中文 W3" panose="020B0300000000000000" pitchFamily="34" charset="-122"/>
              </a:rPr>
              <a:t>PAGE  </a:t>
            </a:r>
            <a:fld id="{80FBF818-38A7-4F77-93E6-B3A777432DD2}" type="slidenum">
              <a:rPr lang="zh-CN" altLang="en-US" sz="563" smtClean="0">
                <a:solidFill>
                  <a:schemeClr val="bg1"/>
                </a:solidFill>
                <a:latin typeface="冬青黑体简体中文 W3" panose="020B0300000000000000" pitchFamily="34" charset="-122"/>
                <a:ea typeface="冬青黑体简体中文 W3" panose="020B0300000000000000" pitchFamily="34" charset="-122"/>
              </a:rPr>
              <a:pPr algn="ctr" fontAlgn="base">
                <a:spcBef>
                  <a:spcPct val="0"/>
                </a:spcBef>
                <a:spcAft>
                  <a:spcPct val="0"/>
                </a:spcAft>
                <a:buFont typeface="Arial" pitchFamily="34" charset="0"/>
                <a:buNone/>
              </a:pPr>
              <a:t>‹#›</a:t>
            </a:fld>
            <a:endParaRPr lang="zh-CN" altLang="en-US" sz="563" dirty="0">
              <a:solidFill>
                <a:schemeClr val="bg1"/>
              </a:solidFill>
              <a:latin typeface="冬青黑体简体中文 W3" panose="020B0300000000000000" pitchFamily="34" charset="-122"/>
              <a:ea typeface="冬青黑体简体中文 W3" panose="020B0300000000000000" pitchFamily="34" charset="-122"/>
            </a:endParaRPr>
          </a:p>
        </p:txBody>
      </p:sp>
      <p:sp>
        <p:nvSpPr>
          <p:cNvPr id="16" name="矩形 15">
            <a:extLst>
              <a:ext uri="{FF2B5EF4-FFF2-40B4-BE49-F238E27FC236}">
                <a16:creationId xmlns:a16="http://schemas.microsoft.com/office/drawing/2014/main" id="{775C168A-37EC-4439-90B8-20A7FE163CC5}"/>
              </a:ext>
            </a:extLst>
          </p:cNvPr>
          <p:cNvSpPr/>
          <p:nvPr userDrawn="1"/>
        </p:nvSpPr>
        <p:spPr>
          <a:xfrm>
            <a:off x="8336" y="116117"/>
            <a:ext cx="12183664" cy="6386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zh-CN" altLang="zh-CN" sz="1350" dirty="0">
              <a:solidFill>
                <a:schemeClr val="bg1"/>
              </a:solidFill>
            </a:endParaRPr>
          </a:p>
        </p:txBody>
      </p:sp>
      <p:sp>
        <p:nvSpPr>
          <p:cNvPr id="17" name="等腰三角形 16">
            <a:extLst>
              <a:ext uri="{FF2B5EF4-FFF2-40B4-BE49-F238E27FC236}">
                <a16:creationId xmlns:a16="http://schemas.microsoft.com/office/drawing/2014/main" id="{D6605D6D-69A3-43B2-AD2C-9C2D1B51206B}"/>
              </a:ext>
            </a:extLst>
          </p:cNvPr>
          <p:cNvSpPr/>
          <p:nvPr userDrawn="1"/>
        </p:nvSpPr>
        <p:spPr>
          <a:xfrm flipH="1">
            <a:off x="11066931" y="134831"/>
            <a:ext cx="1125071" cy="619913"/>
          </a:xfrm>
          <a:prstGeom prst="triangle">
            <a:avLst>
              <a:gd name="adj" fmla="val 0"/>
            </a:avLst>
          </a:prstGeom>
          <a:solidFill>
            <a:schemeClr val="accent1">
              <a:lumMod val="60000"/>
              <a:lumOff val="40000"/>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75"/>
          </a:p>
        </p:txBody>
      </p:sp>
      <p:sp>
        <p:nvSpPr>
          <p:cNvPr id="18" name="等腰三角形 17">
            <a:extLst>
              <a:ext uri="{FF2B5EF4-FFF2-40B4-BE49-F238E27FC236}">
                <a16:creationId xmlns:a16="http://schemas.microsoft.com/office/drawing/2014/main" id="{F7498CC8-099C-457B-A6CB-52DF8C1ACF2F}"/>
              </a:ext>
            </a:extLst>
          </p:cNvPr>
          <p:cNvSpPr/>
          <p:nvPr userDrawn="1"/>
        </p:nvSpPr>
        <p:spPr>
          <a:xfrm flipH="1" flipV="1">
            <a:off x="11518859" y="125471"/>
            <a:ext cx="673143" cy="440586"/>
          </a:xfrm>
          <a:prstGeom prst="triangle">
            <a:avLst>
              <a:gd name="adj" fmla="val 0"/>
            </a:avLst>
          </a:prstGeom>
          <a:solidFill>
            <a:schemeClr val="accent5">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75"/>
          </a:p>
        </p:txBody>
      </p:sp>
      <p:pic>
        <p:nvPicPr>
          <p:cNvPr id="19" name="图片 18">
            <a:extLst>
              <a:ext uri="{FF2B5EF4-FFF2-40B4-BE49-F238E27FC236}">
                <a16:creationId xmlns:a16="http://schemas.microsoft.com/office/drawing/2014/main" id="{BDD9C6CB-3477-4CFD-BA22-FFAD230B2A3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95692" y="138090"/>
            <a:ext cx="571769" cy="581515"/>
          </a:xfrm>
          <a:prstGeom prst="rect">
            <a:avLst/>
          </a:prstGeom>
        </p:spPr>
      </p:pic>
    </p:spTree>
    <p:extLst>
      <p:ext uri="{BB962C8B-B14F-4D97-AF65-F5344CB8AC3E}">
        <p14:creationId xmlns:p14="http://schemas.microsoft.com/office/powerpoint/2010/main" val="41601331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1048598" name="标题 1"/>
          <p:cNvSpPr>
            <a:spLocks noGrp="1"/>
          </p:cNvSpPr>
          <p:nvPr>
            <p:ph type="title"/>
          </p:nvPr>
        </p:nvSpPr>
        <p:spPr>
          <a:xfrm>
            <a:off x="3407834" y="692151"/>
            <a:ext cx="8640233" cy="576263"/>
          </a:xfrm>
        </p:spPr>
        <p:txBody>
          <a:bodyPr/>
          <a:lstStyle/>
          <a:p>
            <a:r>
              <a:rPr lang="zh-CN" altLang="en-US"/>
              <a:t>单击此处编辑母版标题样式</a:t>
            </a:r>
          </a:p>
        </p:txBody>
      </p:sp>
      <p:sp>
        <p:nvSpPr>
          <p:cNvPr id="1048599" name="文本占位符 2"/>
          <p:cNvSpPr>
            <a:spLocks noGrp="1"/>
          </p:cNvSpPr>
          <p:nvPr>
            <p:ph type="body" sz="half" idx="1"/>
          </p:nvPr>
        </p:nvSpPr>
        <p:spPr>
          <a:xfrm>
            <a:off x="527051" y="1341439"/>
            <a:ext cx="5681133" cy="54006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600" name="内容占位符 3"/>
          <p:cNvSpPr>
            <a:spLocks noGrp="1"/>
          </p:cNvSpPr>
          <p:nvPr>
            <p:ph sz="half" idx="2"/>
          </p:nvPr>
        </p:nvSpPr>
        <p:spPr>
          <a:xfrm>
            <a:off x="6411385" y="1341439"/>
            <a:ext cx="5683249" cy="54006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578" name="Rectangle 5"/>
          <p:cNvSpPr>
            <a:spLocks noGrp="1"/>
          </p:cNvSpPr>
          <p:nvPr>
            <p:ph type="dt" sz="half" idx="2"/>
          </p:nvPr>
        </p:nvSpPr>
        <p:spPr>
          <a:xfrm>
            <a:off x="914400" y="6453187"/>
            <a:ext cx="2540000" cy="252412"/>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Times New Roman" pitchFamily="18" charset="0"/>
                <a:ea typeface="黑体" pitchFamily="49" charset="-122"/>
                <a:sym typeface="Times New Roman" pitchFamily="18"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Times New Roman" pitchFamily="18" charset="0"/>
                <a:ea typeface="黑体" pitchFamily="49" charset="-122"/>
                <a:sym typeface="Times New Roman" pitchFamily="18"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Times New Roman" pitchFamily="18" charset="0"/>
                <a:ea typeface="黑体" pitchFamily="49" charset="-122"/>
                <a:sym typeface="Times New Roman" pitchFamily="18"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Times New Roman" pitchFamily="18" charset="0"/>
                <a:ea typeface="黑体" pitchFamily="49" charset="-122"/>
                <a:sym typeface="Times New Roman" pitchFamily="18"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Times New Roman" pitchFamily="18" charset="0"/>
                <a:ea typeface="黑体" pitchFamily="49" charset="-122"/>
                <a:sym typeface="Times New Roman" pitchFamily="18" charset="0"/>
              </a:defRPr>
            </a:lvl5pPr>
          </a:lstStyle>
          <a:p>
            <a:pPr lvl="0" eaLnBrk="1" hangingPunct="1"/>
            <a:r>
              <a:rPr lang="zh-CN" altLang="en-US" sz="1400"/>
              <a:t>主讲：窦军</a:t>
            </a:r>
          </a:p>
        </p:txBody>
      </p:sp>
      <p:sp>
        <p:nvSpPr>
          <p:cNvPr id="1048580" name="Rectangle 7"/>
          <p:cNvSpPr>
            <a:spLocks noGrp="1"/>
          </p:cNvSpPr>
          <p:nvPr>
            <p:ph type="sldNum" sz="quarter" idx="4"/>
          </p:nvPr>
        </p:nvSpPr>
        <p:spPr>
          <a:xfrm>
            <a:off x="8737600" y="6453187"/>
            <a:ext cx="2540000" cy="252412"/>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Times New Roman" pitchFamily="18" charset="0"/>
                <a:ea typeface="黑体" pitchFamily="49" charset="-122"/>
                <a:sym typeface="Times New Roman" pitchFamily="18"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Times New Roman" pitchFamily="18" charset="0"/>
                <a:ea typeface="黑体" pitchFamily="49" charset="-122"/>
                <a:sym typeface="Times New Roman" pitchFamily="18"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Times New Roman" pitchFamily="18" charset="0"/>
                <a:ea typeface="黑体" pitchFamily="49" charset="-122"/>
                <a:sym typeface="Times New Roman" pitchFamily="18"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Times New Roman" pitchFamily="18" charset="0"/>
                <a:ea typeface="黑体" pitchFamily="49" charset="-122"/>
                <a:sym typeface="Times New Roman" pitchFamily="18"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Times New Roman" pitchFamily="18" charset="0"/>
                <a:ea typeface="黑体" pitchFamily="49" charset="-122"/>
                <a:sym typeface="Times New Roman" pitchFamily="18" charset="0"/>
              </a:defRPr>
            </a:lvl5pPr>
          </a:lstStyle>
          <a:p>
            <a:pPr lvl="0" algn="r" eaLnBrk="1" hangingPunct="1"/>
            <a:r>
              <a:rPr lang="zh-CN" altLang="en-US" sz="1400"/>
              <a:t>第</a:t>
            </a:r>
            <a:fld id="{566ABCEB-ACFC-4714-9973-3DA970169C29}" type="slidenum">
              <a:rPr lang="zh-CN" altLang="en-US" sz="1400"/>
              <a:pPr lvl="0" algn="r" eaLnBrk="1" hangingPunct="1"/>
              <a:t>‹#›</a:t>
            </a:fld>
            <a:r>
              <a:rPr lang="zh-CN" altLang="en-US" sz="1400"/>
              <a:t>页 共</a:t>
            </a:r>
            <a:r>
              <a:rPr lang="en-US" altLang="zh-CN" sz="1400"/>
              <a:t>111</a:t>
            </a:r>
            <a:r>
              <a:rPr lang="zh-CN" altLang="en-US" sz="1400"/>
              <a:t>页</a:t>
            </a:r>
          </a:p>
        </p:txBody>
      </p:sp>
      <p:sp>
        <p:nvSpPr>
          <p:cNvPr id="1048579" name="Rectangle 6"/>
          <p:cNvSpPr>
            <a:spLocks noGrp="1"/>
          </p:cNvSpPr>
          <p:nvPr>
            <p:ph type="ftr" sz="quarter" idx="3"/>
          </p:nvPr>
        </p:nvSpPr>
        <p:spPr>
          <a:xfrm>
            <a:off x="4165600" y="6248400"/>
            <a:ext cx="3860800" cy="45720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Times New Roman" pitchFamily="18" charset="0"/>
                <a:ea typeface="黑体" pitchFamily="49" charset="-122"/>
                <a:sym typeface="Times New Roman" pitchFamily="18"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Times New Roman" pitchFamily="18" charset="0"/>
                <a:ea typeface="黑体" pitchFamily="49" charset="-122"/>
                <a:sym typeface="Times New Roman" pitchFamily="18"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Times New Roman" pitchFamily="18" charset="0"/>
                <a:ea typeface="黑体" pitchFamily="49" charset="-122"/>
                <a:sym typeface="Times New Roman" pitchFamily="18"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Times New Roman" pitchFamily="18" charset="0"/>
                <a:ea typeface="黑体" pitchFamily="49" charset="-122"/>
                <a:sym typeface="Times New Roman" pitchFamily="18"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Times New Roman" pitchFamily="18" charset="0"/>
                <a:ea typeface="黑体" pitchFamily="49" charset="-122"/>
                <a:sym typeface="Times New Roman" pitchFamily="18" charset="0"/>
              </a:defRPr>
            </a:lvl5pPr>
          </a:lstStyle>
          <a:p>
            <a:pPr lvl="0" algn="ctr" eaLnBrk="1" hangingPunct="1"/>
            <a:r>
              <a:rPr lang="en-US" altLang="zh-CN" sz="1400"/>
              <a:t>网络工程与设计</a:t>
            </a:r>
          </a:p>
        </p:txBody>
      </p:sp>
    </p:spTree>
    <p:extLst>
      <p:ext uri="{BB962C8B-B14F-4D97-AF65-F5344CB8AC3E}">
        <p14:creationId xmlns:p14="http://schemas.microsoft.com/office/powerpoint/2010/main" val="209625417"/>
      </p:ext>
    </p:extLst>
  </p:cSld>
  <p:clrMapOvr>
    <a:masterClrMapping/>
  </p:clrMapOvr>
  <p:transition spd="slow">
    <p:zo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30520A38-C711-45E0-B602-910B77E12502}" type="datetimeFigureOut">
              <a:rPr lang="zh-CN" altLang="en-US" smtClean="0"/>
              <a:t>2023/9/27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6DBB465-DEAA-4812-9C23-3B4F8DEDCCD2}" type="slidenum">
              <a:rPr lang="zh-CN" altLang="en-US" smtClean="0"/>
              <a:t>‹#›</a:t>
            </a:fld>
            <a:endParaRPr lang="zh-CN" altLang="en-US"/>
          </a:p>
        </p:txBody>
      </p:sp>
    </p:spTree>
    <p:extLst>
      <p:ext uri="{BB962C8B-B14F-4D97-AF65-F5344CB8AC3E}">
        <p14:creationId xmlns:p14="http://schemas.microsoft.com/office/powerpoint/2010/main" val="16796148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30520A38-C711-45E0-B602-910B77E12502}" type="datetimeFigureOut">
              <a:rPr lang="zh-CN" altLang="en-US" smtClean="0"/>
              <a:t>2023/9/27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6DBB465-DEAA-4812-9C23-3B4F8DEDCCD2}" type="slidenum">
              <a:rPr lang="zh-CN" altLang="en-US" smtClean="0"/>
              <a:t>‹#›</a:t>
            </a:fld>
            <a:endParaRPr lang="zh-CN" altLang="en-US"/>
          </a:p>
        </p:txBody>
      </p:sp>
    </p:spTree>
    <p:extLst>
      <p:ext uri="{BB962C8B-B14F-4D97-AF65-F5344CB8AC3E}">
        <p14:creationId xmlns:p14="http://schemas.microsoft.com/office/powerpoint/2010/main" val="21605573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30520A38-C711-45E0-B602-910B77E12502}" type="datetimeFigureOut">
              <a:rPr lang="zh-CN" altLang="en-US" smtClean="0"/>
              <a:t>2023/9/27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6DBB465-DEAA-4812-9C23-3B4F8DEDCCD2}" type="slidenum">
              <a:rPr lang="zh-CN" altLang="en-US" smtClean="0"/>
              <a:t>‹#›</a:t>
            </a:fld>
            <a:endParaRPr lang="zh-CN" altLang="en-US"/>
          </a:p>
        </p:txBody>
      </p:sp>
    </p:spTree>
    <p:extLst>
      <p:ext uri="{BB962C8B-B14F-4D97-AF65-F5344CB8AC3E}">
        <p14:creationId xmlns:p14="http://schemas.microsoft.com/office/powerpoint/2010/main" val="22472147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30520A38-C711-45E0-B602-910B77E12502}" type="datetimeFigureOut">
              <a:rPr lang="zh-CN" altLang="en-US" smtClean="0"/>
              <a:t>2023/9/27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6DBB465-DEAA-4812-9C23-3B4F8DEDCCD2}" type="slidenum">
              <a:rPr lang="zh-CN" altLang="en-US" smtClean="0"/>
              <a:t>‹#›</a:t>
            </a:fld>
            <a:endParaRPr lang="zh-CN" altLang="en-US"/>
          </a:p>
        </p:txBody>
      </p:sp>
    </p:spTree>
    <p:extLst>
      <p:ext uri="{BB962C8B-B14F-4D97-AF65-F5344CB8AC3E}">
        <p14:creationId xmlns:p14="http://schemas.microsoft.com/office/powerpoint/2010/main" val="34361325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30520A38-C711-45E0-B602-910B77E12502}" type="datetimeFigureOut">
              <a:rPr lang="zh-CN" altLang="en-US" smtClean="0"/>
              <a:t>2023/9/27</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96DBB465-DEAA-4812-9C23-3B4F8DEDCCD2}" type="slidenum">
              <a:rPr lang="zh-CN" altLang="en-US" smtClean="0"/>
              <a:t>‹#›</a:t>
            </a:fld>
            <a:endParaRPr lang="zh-CN" altLang="en-US"/>
          </a:p>
        </p:txBody>
      </p:sp>
    </p:spTree>
    <p:extLst>
      <p:ext uri="{BB962C8B-B14F-4D97-AF65-F5344CB8AC3E}">
        <p14:creationId xmlns:p14="http://schemas.microsoft.com/office/powerpoint/2010/main" val="11006275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30520A38-C711-45E0-B602-910B77E12502}" type="datetimeFigureOut">
              <a:rPr lang="zh-CN" altLang="en-US" smtClean="0"/>
              <a:t>2023/9/27</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96DBB465-DEAA-4812-9C23-3B4F8DEDCCD2}" type="slidenum">
              <a:rPr lang="zh-CN" altLang="en-US" smtClean="0"/>
              <a:t>‹#›</a:t>
            </a:fld>
            <a:endParaRPr lang="zh-CN" altLang="en-US"/>
          </a:p>
        </p:txBody>
      </p:sp>
    </p:spTree>
    <p:extLst>
      <p:ext uri="{BB962C8B-B14F-4D97-AF65-F5344CB8AC3E}">
        <p14:creationId xmlns:p14="http://schemas.microsoft.com/office/powerpoint/2010/main" val="17217666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520A38-C711-45E0-B602-910B77E12502}" type="datetimeFigureOut">
              <a:rPr lang="zh-CN" altLang="en-US" smtClean="0"/>
              <a:t>2023/9/27</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96DBB465-DEAA-4812-9C23-3B4F8DEDCCD2}" type="slidenum">
              <a:rPr lang="zh-CN" altLang="en-US" smtClean="0"/>
              <a:t>‹#›</a:t>
            </a:fld>
            <a:endParaRPr lang="zh-CN" altLang="en-US"/>
          </a:p>
        </p:txBody>
      </p:sp>
    </p:spTree>
    <p:extLst>
      <p:ext uri="{BB962C8B-B14F-4D97-AF65-F5344CB8AC3E}">
        <p14:creationId xmlns:p14="http://schemas.microsoft.com/office/powerpoint/2010/main" val="22230431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30520A38-C711-45E0-B602-910B77E12502}" type="datetimeFigureOut">
              <a:rPr lang="zh-CN" altLang="en-US" smtClean="0"/>
              <a:t>2023/9/27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6DBB465-DEAA-4812-9C23-3B4F8DEDCCD2}" type="slidenum">
              <a:rPr lang="zh-CN" altLang="en-US" smtClean="0"/>
              <a:t>‹#›</a:t>
            </a:fld>
            <a:endParaRPr lang="zh-CN" altLang="en-US"/>
          </a:p>
        </p:txBody>
      </p:sp>
    </p:spTree>
    <p:extLst>
      <p:ext uri="{BB962C8B-B14F-4D97-AF65-F5344CB8AC3E}">
        <p14:creationId xmlns:p14="http://schemas.microsoft.com/office/powerpoint/2010/main" val="41164538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30520A38-C711-45E0-B602-910B77E12502}" type="datetimeFigureOut">
              <a:rPr lang="zh-CN" altLang="en-US" smtClean="0"/>
              <a:t>2023/9/27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6DBB465-DEAA-4812-9C23-3B4F8DEDCCD2}" type="slidenum">
              <a:rPr lang="zh-CN" altLang="en-US" smtClean="0"/>
              <a:t>‹#›</a:t>
            </a:fld>
            <a:endParaRPr lang="zh-CN" altLang="en-US"/>
          </a:p>
        </p:txBody>
      </p:sp>
    </p:spTree>
    <p:extLst>
      <p:ext uri="{BB962C8B-B14F-4D97-AF65-F5344CB8AC3E}">
        <p14:creationId xmlns:p14="http://schemas.microsoft.com/office/powerpoint/2010/main" val="10120078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30520A38-C711-45E0-B602-910B77E12502}" type="datetimeFigureOut">
              <a:rPr lang="zh-CN" altLang="en-US" smtClean="0"/>
              <a:t>2023/9/27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6DBB465-DEAA-4812-9C23-3B4F8DEDCCD2}" type="slidenum">
              <a:rPr lang="zh-CN" altLang="en-US" smtClean="0"/>
              <a:t>‹#›</a:t>
            </a:fld>
            <a:endParaRPr lang="zh-CN" altLang="en-US"/>
          </a:p>
        </p:txBody>
      </p:sp>
    </p:spTree>
    <p:extLst>
      <p:ext uri="{BB962C8B-B14F-4D97-AF65-F5344CB8AC3E}">
        <p14:creationId xmlns:p14="http://schemas.microsoft.com/office/powerpoint/2010/main" val="31847943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30520A38-C711-45E0-B602-910B77E12502}" type="datetimeFigureOut">
              <a:rPr lang="zh-CN" altLang="en-US" smtClean="0"/>
              <a:t>2023/9/27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6DBB465-DEAA-4812-9C23-3B4F8DEDCCD2}" type="slidenum">
              <a:rPr lang="zh-CN" altLang="en-US" smtClean="0"/>
              <a:t>‹#›</a:t>
            </a:fld>
            <a:endParaRPr lang="zh-CN" altLang="en-US"/>
          </a:p>
        </p:txBody>
      </p:sp>
    </p:spTree>
    <p:extLst>
      <p:ext uri="{BB962C8B-B14F-4D97-AF65-F5344CB8AC3E}">
        <p14:creationId xmlns:p14="http://schemas.microsoft.com/office/powerpoint/2010/main" val="9932905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1048598" name="标题 1"/>
          <p:cNvSpPr>
            <a:spLocks noGrp="1"/>
          </p:cNvSpPr>
          <p:nvPr>
            <p:ph type="title"/>
          </p:nvPr>
        </p:nvSpPr>
        <p:spPr>
          <a:xfrm>
            <a:off x="3407834" y="692151"/>
            <a:ext cx="8640233" cy="576263"/>
          </a:xfrm>
        </p:spPr>
        <p:txBody>
          <a:bodyPr/>
          <a:lstStyle/>
          <a:p>
            <a:r>
              <a:rPr lang="zh-CN" altLang="en-US"/>
              <a:t>单击此处编辑母版标题样式</a:t>
            </a:r>
          </a:p>
        </p:txBody>
      </p:sp>
      <p:sp>
        <p:nvSpPr>
          <p:cNvPr id="1048599" name="文本占位符 2"/>
          <p:cNvSpPr>
            <a:spLocks noGrp="1"/>
          </p:cNvSpPr>
          <p:nvPr>
            <p:ph type="body" sz="half" idx="1"/>
          </p:nvPr>
        </p:nvSpPr>
        <p:spPr>
          <a:xfrm>
            <a:off x="527051" y="1341439"/>
            <a:ext cx="5681133" cy="54006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600" name="内容占位符 3"/>
          <p:cNvSpPr>
            <a:spLocks noGrp="1"/>
          </p:cNvSpPr>
          <p:nvPr>
            <p:ph sz="half" idx="2"/>
          </p:nvPr>
        </p:nvSpPr>
        <p:spPr>
          <a:xfrm>
            <a:off x="6411385" y="1341439"/>
            <a:ext cx="5683249" cy="54006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578" name="Rectangle 5"/>
          <p:cNvSpPr>
            <a:spLocks noGrp="1"/>
          </p:cNvSpPr>
          <p:nvPr>
            <p:ph type="dt" sz="half" idx="2"/>
          </p:nvPr>
        </p:nvSpPr>
        <p:spPr>
          <a:xfrm>
            <a:off x="914400" y="6453187"/>
            <a:ext cx="2540000" cy="252412"/>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Times New Roman" pitchFamily="18" charset="0"/>
                <a:ea typeface="黑体" pitchFamily="49" charset="-122"/>
                <a:sym typeface="Times New Roman" pitchFamily="18"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Times New Roman" pitchFamily="18" charset="0"/>
                <a:ea typeface="黑体" pitchFamily="49" charset="-122"/>
                <a:sym typeface="Times New Roman" pitchFamily="18"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Times New Roman" pitchFamily="18" charset="0"/>
                <a:ea typeface="黑体" pitchFamily="49" charset="-122"/>
                <a:sym typeface="Times New Roman" pitchFamily="18"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Times New Roman" pitchFamily="18" charset="0"/>
                <a:ea typeface="黑体" pitchFamily="49" charset="-122"/>
                <a:sym typeface="Times New Roman" pitchFamily="18"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Times New Roman" pitchFamily="18" charset="0"/>
                <a:ea typeface="黑体" pitchFamily="49" charset="-122"/>
                <a:sym typeface="Times New Roman" pitchFamily="18" charset="0"/>
              </a:defRPr>
            </a:lvl5pPr>
          </a:lstStyle>
          <a:p>
            <a:pPr lvl="0" eaLnBrk="1" hangingPunct="1"/>
            <a:r>
              <a:rPr lang="zh-CN" altLang="en-US" sz="1400"/>
              <a:t>主讲：窦军</a:t>
            </a:r>
          </a:p>
        </p:txBody>
      </p:sp>
      <p:sp>
        <p:nvSpPr>
          <p:cNvPr id="1048580" name="Rectangle 7"/>
          <p:cNvSpPr>
            <a:spLocks noGrp="1"/>
          </p:cNvSpPr>
          <p:nvPr>
            <p:ph type="sldNum" sz="quarter" idx="4"/>
          </p:nvPr>
        </p:nvSpPr>
        <p:spPr>
          <a:xfrm>
            <a:off x="8737600" y="6453187"/>
            <a:ext cx="2540000" cy="252412"/>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Times New Roman" pitchFamily="18" charset="0"/>
                <a:ea typeface="黑体" pitchFamily="49" charset="-122"/>
                <a:sym typeface="Times New Roman" pitchFamily="18"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Times New Roman" pitchFamily="18" charset="0"/>
                <a:ea typeface="黑体" pitchFamily="49" charset="-122"/>
                <a:sym typeface="Times New Roman" pitchFamily="18"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Times New Roman" pitchFamily="18" charset="0"/>
                <a:ea typeface="黑体" pitchFamily="49" charset="-122"/>
                <a:sym typeface="Times New Roman" pitchFamily="18"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Times New Roman" pitchFamily="18" charset="0"/>
                <a:ea typeface="黑体" pitchFamily="49" charset="-122"/>
                <a:sym typeface="Times New Roman" pitchFamily="18"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Times New Roman" pitchFamily="18" charset="0"/>
                <a:ea typeface="黑体" pitchFamily="49" charset="-122"/>
                <a:sym typeface="Times New Roman" pitchFamily="18" charset="0"/>
              </a:defRPr>
            </a:lvl5pPr>
          </a:lstStyle>
          <a:p>
            <a:pPr lvl="0" algn="r" eaLnBrk="1" hangingPunct="1"/>
            <a:r>
              <a:rPr lang="zh-CN" altLang="en-US" sz="1400"/>
              <a:t>第</a:t>
            </a:r>
            <a:fld id="{566ABCEB-ACFC-4714-9973-3DA970169C29}" type="slidenum">
              <a:rPr lang="zh-CN" altLang="en-US" sz="1400"/>
              <a:pPr lvl="0" algn="r" eaLnBrk="1" hangingPunct="1"/>
              <a:t>‹#›</a:t>
            </a:fld>
            <a:r>
              <a:rPr lang="zh-CN" altLang="en-US" sz="1400"/>
              <a:t>页 共</a:t>
            </a:r>
            <a:r>
              <a:rPr lang="en-US" altLang="zh-CN" sz="1400"/>
              <a:t>111</a:t>
            </a:r>
            <a:r>
              <a:rPr lang="zh-CN" altLang="en-US" sz="1400"/>
              <a:t>页</a:t>
            </a:r>
          </a:p>
        </p:txBody>
      </p:sp>
      <p:sp>
        <p:nvSpPr>
          <p:cNvPr id="1048579" name="Rectangle 6"/>
          <p:cNvSpPr>
            <a:spLocks noGrp="1"/>
          </p:cNvSpPr>
          <p:nvPr>
            <p:ph type="ftr" sz="quarter" idx="3"/>
          </p:nvPr>
        </p:nvSpPr>
        <p:spPr>
          <a:xfrm>
            <a:off x="4165600" y="6248400"/>
            <a:ext cx="3860800" cy="45720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Times New Roman" pitchFamily="18" charset="0"/>
                <a:ea typeface="黑体" pitchFamily="49" charset="-122"/>
                <a:sym typeface="Times New Roman" pitchFamily="18"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Times New Roman" pitchFamily="18" charset="0"/>
                <a:ea typeface="黑体" pitchFamily="49" charset="-122"/>
                <a:sym typeface="Times New Roman" pitchFamily="18"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Times New Roman" pitchFamily="18" charset="0"/>
                <a:ea typeface="黑体" pitchFamily="49" charset="-122"/>
                <a:sym typeface="Times New Roman" pitchFamily="18"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Times New Roman" pitchFamily="18" charset="0"/>
                <a:ea typeface="黑体" pitchFamily="49" charset="-122"/>
                <a:sym typeface="Times New Roman" pitchFamily="18"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Times New Roman" pitchFamily="18" charset="0"/>
                <a:ea typeface="黑体" pitchFamily="49" charset="-122"/>
                <a:sym typeface="Times New Roman" pitchFamily="18" charset="0"/>
              </a:defRPr>
            </a:lvl5pPr>
          </a:lstStyle>
          <a:p>
            <a:pPr lvl="0" algn="ctr" eaLnBrk="1" hangingPunct="1"/>
            <a:r>
              <a:rPr lang="en-US" altLang="zh-CN" sz="1400"/>
              <a:t>网络工程与设计</a:t>
            </a:r>
          </a:p>
        </p:txBody>
      </p:sp>
    </p:spTree>
    <p:extLst>
      <p:ext uri="{BB962C8B-B14F-4D97-AF65-F5344CB8AC3E}">
        <p14:creationId xmlns:p14="http://schemas.microsoft.com/office/powerpoint/2010/main" val="3285615711"/>
      </p:ext>
    </p:extLst>
  </p:cSld>
  <p:clrMapOvr>
    <a:masterClrMapping/>
  </p:clrMapOvr>
  <p:transition spd="slow">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标题占位符 1">
            <a:extLst>
              <a:ext uri="{FF2B5EF4-FFF2-40B4-BE49-F238E27FC236}">
                <a16:creationId xmlns:a16="http://schemas.microsoft.com/office/drawing/2014/main" id="{8D08DF27-AE2E-4E8A-92F0-C97F80573674}"/>
              </a:ext>
            </a:extLst>
          </p:cNvPr>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8" name="文本占位符 2">
            <a:extLst>
              <a:ext uri="{FF2B5EF4-FFF2-40B4-BE49-F238E27FC236}">
                <a16:creationId xmlns:a16="http://schemas.microsoft.com/office/drawing/2014/main" id="{E31B45DD-FFEF-4B73-83B5-2CB40BF552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日期占位符 3">
            <a:extLst>
              <a:ext uri="{FF2B5EF4-FFF2-40B4-BE49-F238E27FC236}">
                <a16:creationId xmlns:a16="http://schemas.microsoft.com/office/drawing/2014/main" id="{818024C7-5DF9-4E6F-8F54-8AE7EA4C10D9}"/>
              </a:ext>
            </a:extLst>
          </p:cNvPr>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675">
                <a:solidFill>
                  <a:schemeClr val="tx1">
                    <a:tint val="75000"/>
                  </a:schemeClr>
                </a:solidFill>
              </a:defRPr>
            </a:lvl1pPr>
          </a:lstStyle>
          <a:p>
            <a:fld id="{9F690189-E352-4D4C-BEB5-CFAED1FC6F1F}" type="datetimeFigureOut">
              <a:rPr lang="zh-CN" altLang="en-US" smtClean="0"/>
              <a:t>2023/9/27</a:t>
            </a:fld>
            <a:endParaRPr lang="zh-CN" altLang="en-US" dirty="0"/>
          </a:p>
        </p:txBody>
      </p:sp>
      <p:sp>
        <p:nvSpPr>
          <p:cNvPr id="10" name="页脚占位符 4">
            <a:extLst>
              <a:ext uri="{FF2B5EF4-FFF2-40B4-BE49-F238E27FC236}">
                <a16:creationId xmlns:a16="http://schemas.microsoft.com/office/drawing/2014/main" id="{5CE7C21F-2A6E-4F05-A442-6D601FE3CDD3}"/>
              </a:ext>
            </a:extLst>
          </p:cNvPr>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675">
                <a:solidFill>
                  <a:schemeClr val="tx1">
                    <a:tint val="75000"/>
                  </a:schemeClr>
                </a:solidFill>
              </a:defRPr>
            </a:lvl1pPr>
          </a:lstStyle>
          <a:p>
            <a:endParaRPr lang="zh-CN" altLang="en-US"/>
          </a:p>
        </p:txBody>
      </p:sp>
      <p:sp>
        <p:nvSpPr>
          <p:cNvPr id="11" name="灯片编号占位符 5">
            <a:extLst>
              <a:ext uri="{FF2B5EF4-FFF2-40B4-BE49-F238E27FC236}">
                <a16:creationId xmlns:a16="http://schemas.microsoft.com/office/drawing/2014/main" id="{CC2D10E3-6B7A-410B-8247-F2D4727C8881}"/>
              </a:ext>
            </a:extLst>
          </p:cNvPr>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675">
                <a:solidFill>
                  <a:schemeClr val="tx1">
                    <a:tint val="75000"/>
                  </a:schemeClr>
                </a:solidFill>
              </a:defRPr>
            </a:lvl1pPr>
          </a:lstStyle>
          <a:p>
            <a:fld id="{E4B60AC0-AAD6-4DCA-ABB0-C92DF4BA6EC8}" type="slidenum">
              <a:rPr lang="zh-CN" altLang="en-US" smtClean="0"/>
              <a:t>‹#›</a:t>
            </a:fld>
            <a:endParaRPr lang="zh-CN" altLang="en-US"/>
          </a:p>
        </p:txBody>
      </p:sp>
      <p:sp>
        <p:nvSpPr>
          <p:cNvPr id="12" name="矩形 11">
            <a:extLst>
              <a:ext uri="{FF2B5EF4-FFF2-40B4-BE49-F238E27FC236}">
                <a16:creationId xmlns:a16="http://schemas.microsoft.com/office/drawing/2014/main" id="{578068E8-5BBF-4718-92E7-15C62D2390BC}"/>
              </a:ext>
            </a:extLst>
          </p:cNvPr>
          <p:cNvSpPr/>
          <p:nvPr userDrawn="1"/>
        </p:nvSpPr>
        <p:spPr>
          <a:xfrm>
            <a:off x="0" y="6721479"/>
            <a:ext cx="12192000" cy="16341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75"/>
          </a:p>
        </p:txBody>
      </p:sp>
      <p:sp>
        <p:nvSpPr>
          <p:cNvPr id="13" name="矩形 37">
            <a:extLst>
              <a:ext uri="{FF2B5EF4-FFF2-40B4-BE49-F238E27FC236}">
                <a16:creationId xmlns:a16="http://schemas.microsoft.com/office/drawing/2014/main" id="{E952C0F0-6E14-4ECB-820D-4BFD7F990CA1}"/>
              </a:ext>
            </a:extLst>
          </p:cNvPr>
          <p:cNvSpPr/>
          <p:nvPr userDrawn="1"/>
        </p:nvSpPr>
        <p:spPr>
          <a:xfrm>
            <a:off x="10414000" y="6607346"/>
            <a:ext cx="1778000" cy="267166"/>
          </a:xfrm>
          <a:custGeom>
            <a:avLst/>
            <a:gdLst>
              <a:gd name="connsiteX0" fmla="*/ 0 w 1689100"/>
              <a:gd name="connsiteY0" fmla="*/ 0 h 241300"/>
              <a:gd name="connsiteX1" fmla="*/ 1689100 w 1689100"/>
              <a:gd name="connsiteY1" fmla="*/ 0 h 241300"/>
              <a:gd name="connsiteX2" fmla="*/ 1689100 w 1689100"/>
              <a:gd name="connsiteY2" fmla="*/ 241300 h 241300"/>
              <a:gd name="connsiteX3" fmla="*/ 0 w 1689100"/>
              <a:gd name="connsiteY3" fmla="*/ 241300 h 241300"/>
              <a:gd name="connsiteX4" fmla="*/ 0 w 1689100"/>
              <a:gd name="connsiteY4" fmla="*/ 0 h 241300"/>
              <a:gd name="connsiteX0" fmla="*/ 88900 w 1778000"/>
              <a:gd name="connsiteY0" fmla="*/ 0 h 241300"/>
              <a:gd name="connsiteX1" fmla="*/ 1778000 w 1778000"/>
              <a:gd name="connsiteY1" fmla="*/ 0 h 241300"/>
              <a:gd name="connsiteX2" fmla="*/ 1778000 w 1778000"/>
              <a:gd name="connsiteY2" fmla="*/ 241300 h 241300"/>
              <a:gd name="connsiteX3" fmla="*/ 0 w 1778000"/>
              <a:gd name="connsiteY3" fmla="*/ 228600 h 241300"/>
              <a:gd name="connsiteX4" fmla="*/ 88900 w 1778000"/>
              <a:gd name="connsiteY4" fmla="*/ 0 h 241300"/>
              <a:gd name="connsiteX0" fmla="*/ 88900 w 1778000"/>
              <a:gd name="connsiteY0" fmla="*/ 0 h 248055"/>
              <a:gd name="connsiteX1" fmla="*/ 1778000 w 1778000"/>
              <a:gd name="connsiteY1" fmla="*/ 0 h 248055"/>
              <a:gd name="connsiteX2" fmla="*/ 1778000 w 1778000"/>
              <a:gd name="connsiteY2" fmla="*/ 241300 h 248055"/>
              <a:gd name="connsiteX3" fmla="*/ 0 w 1778000"/>
              <a:gd name="connsiteY3" fmla="*/ 248055 h 248055"/>
              <a:gd name="connsiteX4" fmla="*/ 88900 w 1778000"/>
              <a:gd name="connsiteY4" fmla="*/ 0 h 248055"/>
              <a:gd name="connsiteX0" fmla="*/ 88900 w 1778000"/>
              <a:gd name="connsiteY0" fmla="*/ 0 h 248055"/>
              <a:gd name="connsiteX1" fmla="*/ 1778000 w 1778000"/>
              <a:gd name="connsiteY1" fmla="*/ 0 h 248055"/>
              <a:gd name="connsiteX2" fmla="*/ 1778000 w 1778000"/>
              <a:gd name="connsiteY2" fmla="*/ 241300 h 248055"/>
              <a:gd name="connsiteX3" fmla="*/ 0 w 1778000"/>
              <a:gd name="connsiteY3" fmla="*/ 248055 h 248055"/>
              <a:gd name="connsiteX4" fmla="*/ 88900 w 1778000"/>
              <a:gd name="connsiteY4" fmla="*/ 0 h 248055"/>
              <a:gd name="connsiteX0" fmla="*/ 88900 w 1778000"/>
              <a:gd name="connsiteY0" fmla="*/ 0 h 255891"/>
              <a:gd name="connsiteX1" fmla="*/ 1778000 w 1778000"/>
              <a:gd name="connsiteY1" fmla="*/ 0 h 255891"/>
              <a:gd name="connsiteX2" fmla="*/ 1778000 w 1778000"/>
              <a:gd name="connsiteY2" fmla="*/ 255891 h 255891"/>
              <a:gd name="connsiteX3" fmla="*/ 0 w 1778000"/>
              <a:gd name="connsiteY3" fmla="*/ 248055 h 255891"/>
              <a:gd name="connsiteX4" fmla="*/ 88900 w 1778000"/>
              <a:gd name="connsiteY4" fmla="*/ 0 h 2558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8000" h="255891">
                <a:moveTo>
                  <a:pt x="88900" y="0"/>
                </a:moveTo>
                <a:lnTo>
                  <a:pt x="1778000" y="0"/>
                </a:lnTo>
                <a:lnTo>
                  <a:pt x="1778000" y="255891"/>
                </a:lnTo>
                <a:lnTo>
                  <a:pt x="0" y="248055"/>
                </a:lnTo>
                <a:lnTo>
                  <a:pt x="88900" y="0"/>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75"/>
          </a:p>
        </p:txBody>
      </p:sp>
      <p:sp>
        <p:nvSpPr>
          <p:cNvPr id="14" name="TextBox 4">
            <a:extLst>
              <a:ext uri="{FF2B5EF4-FFF2-40B4-BE49-F238E27FC236}">
                <a16:creationId xmlns:a16="http://schemas.microsoft.com/office/drawing/2014/main" id="{5C2858C7-6B5F-4799-8901-49C3B3E29A3C}"/>
              </a:ext>
            </a:extLst>
          </p:cNvPr>
          <p:cNvSpPr txBox="1"/>
          <p:nvPr userDrawn="1"/>
        </p:nvSpPr>
        <p:spPr>
          <a:xfrm>
            <a:off x="11090892" y="6614706"/>
            <a:ext cx="513281" cy="178960"/>
          </a:xfrm>
          <a:prstGeom prst="rect">
            <a:avLst/>
          </a:prstGeom>
          <a:noFill/>
        </p:spPr>
        <p:txBody>
          <a:bodyPr wrap="none" rtlCol="0">
            <a:spAutoFit/>
          </a:bodyPr>
          <a:lstStyle/>
          <a:p>
            <a:pPr algn="ctr" fontAlgn="base">
              <a:spcBef>
                <a:spcPct val="0"/>
              </a:spcBef>
              <a:spcAft>
                <a:spcPct val="0"/>
              </a:spcAft>
              <a:buFont typeface="Arial" pitchFamily="34" charset="0"/>
              <a:buNone/>
            </a:pPr>
            <a:r>
              <a:rPr lang="en-US" altLang="zh-CN" sz="563" dirty="0">
                <a:solidFill>
                  <a:schemeClr val="bg1"/>
                </a:solidFill>
                <a:latin typeface="冬青黑体简体中文 W3" panose="020B0300000000000000" pitchFamily="34" charset="-122"/>
                <a:ea typeface="冬青黑体简体中文 W3" panose="020B0300000000000000" pitchFamily="34" charset="-122"/>
              </a:rPr>
              <a:t>PAGE  </a:t>
            </a:r>
            <a:fld id="{80FBF818-38A7-4F77-93E6-B3A777432DD2}" type="slidenum">
              <a:rPr lang="zh-CN" altLang="en-US" sz="563" smtClean="0">
                <a:solidFill>
                  <a:schemeClr val="bg1"/>
                </a:solidFill>
                <a:latin typeface="冬青黑体简体中文 W3" panose="020B0300000000000000" pitchFamily="34" charset="-122"/>
                <a:ea typeface="冬青黑体简体中文 W3" panose="020B0300000000000000" pitchFamily="34" charset="-122"/>
              </a:rPr>
              <a:pPr algn="ctr" fontAlgn="base">
                <a:spcBef>
                  <a:spcPct val="0"/>
                </a:spcBef>
                <a:spcAft>
                  <a:spcPct val="0"/>
                </a:spcAft>
                <a:buFont typeface="Arial" pitchFamily="34" charset="0"/>
                <a:buNone/>
              </a:pPr>
              <a:t>‹#›</a:t>
            </a:fld>
            <a:endParaRPr lang="zh-CN" altLang="en-US" sz="563" dirty="0">
              <a:solidFill>
                <a:schemeClr val="bg1"/>
              </a:solidFill>
              <a:latin typeface="冬青黑体简体中文 W3" panose="020B0300000000000000" pitchFamily="34" charset="-122"/>
              <a:ea typeface="冬青黑体简体中文 W3" panose="020B0300000000000000" pitchFamily="34" charset="-122"/>
            </a:endParaRPr>
          </a:p>
        </p:txBody>
      </p:sp>
      <p:sp>
        <p:nvSpPr>
          <p:cNvPr id="15" name="矩形 14">
            <a:extLst>
              <a:ext uri="{FF2B5EF4-FFF2-40B4-BE49-F238E27FC236}">
                <a16:creationId xmlns:a16="http://schemas.microsoft.com/office/drawing/2014/main" id="{8324FA6B-D8EE-4631-A062-6E485C438459}"/>
              </a:ext>
            </a:extLst>
          </p:cNvPr>
          <p:cNvSpPr/>
          <p:nvPr userDrawn="1"/>
        </p:nvSpPr>
        <p:spPr>
          <a:xfrm>
            <a:off x="8336" y="116117"/>
            <a:ext cx="12183664" cy="6386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zh-CN" altLang="zh-CN" sz="1350" dirty="0">
              <a:solidFill>
                <a:schemeClr val="bg1"/>
              </a:solidFill>
            </a:endParaRPr>
          </a:p>
        </p:txBody>
      </p:sp>
      <p:sp>
        <p:nvSpPr>
          <p:cNvPr id="16" name="等腰三角形 15">
            <a:extLst>
              <a:ext uri="{FF2B5EF4-FFF2-40B4-BE49-F238E27FC236}">
                <a16:creationId xmlns:a16="http://schemas.microsoft.com/office/drawing/2014/main" id="{A6768CD8-306A-4BAB-A379-D2D5004D25D1}"/>
              </a:ext>
            </a:extLst>
          </p:cNvPr>
          <p:cNvSpPr/>
          <p:nvPr userDrawn="1"/>
        </p:nvSpPr>
        <p:spPr>
          <a:xfrm flipH="1">
            <a:off x="11066931" y="134831"/>
            <a:ext cx="1125071" cy="619913"/>
          </a:xfrm>
          <a:prstGeom prst="triangle">
            <a:avLst>
              <a:gd name="adj" fmla="val 0"/>
            </a:avLst>
          </a:prstGeom>
          <a:solidFill>
            <a:schemeClr val="accent1">
              <a:lumMod val="60000"/>
              <a:lumOff val="40000"/>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75"/>
          </a:p>
        </p:txBody>
      </p:sp>
      <p:sp>
        <p:nvSpPr>
          <p:cNvPr id="17" name="等腰三角形 16">
            <a:extLst>
              <a:ext uri="{FF2B5EF4-FFF2-40B4-BE49-F238E27FC236}">
                <a16:creationId xmlns:a16="http://schemas.microsoft.com/office/drawing/2014/main" id="{CE577346-DDB9-40FF-BB8F-FDEF8191B10E}"/>
              </a:ext>
            </a:extLst>
          </p:cNvPr>
          <p:cNvSpPr/>
          <p:nvPr userDrawn="1"/>
        </p:nvSpPr>
        <p:spPr>
          <a:xfrm flipH="1" flipV="1">
            <a:off x="11518859" y="125471"/>
            <a:ext cx="673143" cy="440586"/>
          </a:xfrm>
          <a:prstGeom prst="triangle">
            <a:avLst>
              <a:gd name="adj" fmla="val 0"/>
            </a:avLst>
          </a:prstGeom>
          <a:solidFill>
            <a:schemeClr val="accent5">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75"/>
          </a:p>
        </p:txBody>
      </p:sp>
      <p:pic>
        <p:nvPicPr>
          <p:cNvPr id="18" name="图片 17">
            <a:extLst>
              <a:ext uri="{FF2B5EF4-FFF2-40B4-BE49-F238E27FC236}">
                <a16:creationId xmlns:a16="http://schemas.microsoft.com/office/drawing/2014/main" id="{16A8A579-829C-4740-815B-F5E28F09C46A}"/>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11395692" y="138090"/>
            <a:ext cx="571769" cy="581515"/>
          </a:xfrm>
          <a:prstGeom prst="rect">
            <a:avLst/>
          </a:prstGeom>
        </p:spPr>
      </p:pic>
    </p:spTree>
    <p:extLst>
      <p:ext uri="{BB962C8B-B14F-4D97-AF65-F5344CB8AC3E}">
        <p14:creationId xmlns:p14="http://schemas.microsoft.com/office/powerpoint/2010/main" val="2532849308"/>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Lst>
  <p:txStyles>
    <p:titleStyle>
      <a:lvl1pPr algn="l" defTabSz="514350" rtl="0" eaLnBrk="1" latinLnBrk="0" hangingPunct="1">
        <a:lnSpc>
          <a:spcPct val="90000"/>
        </a:lnSpc>
        <a:spcBef>
          <a:spcPct val="0"/>
        </a:spcBef>
        <a:buNone/>
        <a:defRPr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690189-E352-4D4C-BEB5-CFAED1FC6F1F}" type="datetimeFigureOut">
              <a:rPr lang="zh-CN" altLang="en-US" smtClean="0"/>
              <a:t>2023/9/27</a:t>
            </a:fld>
            <a:endParaRPr lang="zh-CN" alt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B60AC0-AAD6-4DCA-ABB0-C92DF4BA6EC8}" type="slidenum">
              <a:rPr lang="zh-CN" altLang="en-US" smtClean="0"/>
              <a:t>‹#›</a:t>
            </a:fld>
            <a:endParaRPr lang="zh-CN" altLang="en-US"/>
          </a:p>
        </p:txBody>
      </p:sp>
      <p:sp>
        <p:nvSpPr>
          <p:cNvPr id="7" name="矩形 6">
            <a:extLst>
              <a:ext uri="{FF2B5EF4-FFF2-40B4-BE49-F238E27FC236}">
                <a16:creationId xmlns:a16="http://schemas.microsoft.com/office/drawing/2014/main" id="{FCECC17D-4254-45F5-81B5-F1A302C27E5C}"/>
              </a:ext>
            </a:extLst>
          </p:cNvPr>
          <p:cNvSpPr/>
          <p:nvPr userDrawn="1"/>
        </p:nvSpPr>
        <p:spPr>
          <a:xfrm>
            <a:off x="0" y="6721479"/>
            <a:ext cx="12192000" cy="16341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75"/>
          </a:p>
        </p:txBody>
      </p:sp>
      <p:sp>
        <p:nvSpPr>
          <p:cNvPr id="8" name="矩形 37">
            <a:extLst>
              <a:ext uri="{FF2B5EF4-FFF2-40B4-BE49-F238E27FC236}">
                <a16:creationId xmlns:a16="http://schemas.microsoft.com/office/drawing/2014/main" id="{1A228467-5E06-4559-A03F-6624B06E6C32}"/>
              </a:ext>
            </a:extLst>
          </p:cNvPr>
          <p:cNvSpPr/>
          <p:nvPr userDrawn="1"/>
        </p:nvSpPr>
        <p:spPr>
          <a:xfrm>
            <a:off x="10414000" y="6607346"/>
            <a:ext cx="1778000" cy="267166"/>
          </a:xfrm>
          <a:custGeom>
            <a:avLst/>
            <a:gdLst>
              <a:gd name="connsiteX0" fmla="*/ 0 w 1689100"/>
              <a:gd name="connsiteY0" fmla="*/ 0 h 241300"/>
              <a:gd name="connsiteX1" fmla="*/ 1689100 w 1689100"/>
              <a:gd name="connsiteY1" fmla="*/ 0 h 241300"/>
              <a:gd name="connsiteX2" fmla="*/ 1689100 w 1689100"/>
              <a:gd name="connsiteY2" fmla="*/ 241300 h 241300"/>
              <a:gd name="connsiteX3" fmla="*/ 0 w 1689100"/>
              <a:gd name="connsiteY3" fmla="*/ 241300 h 241300"/>
              <a:gd name="connsiteX4" fmla="*/ 0 w 1689100"/>
              <a:gd name="connsiteY4" fmla="*/ 0 h 241300"/>
              <a:gd name="connsiteX0" fmla="*/ 88900 w 1778000"/>
              <a:gd name="connsiteY0" fmla="*/ 0 h 241300"/>
              <a:gd name="connsiteX1" fmla="*/ 1778000 w 1778000"/>
              <a:gd name="connsiteY1" fmla="*/ 0 h 241300"/>
              <a:gd name="connsiteX2" fmla="*/ 1778000 w 1778000"/>
              <a:gd name="connsiteY2" fmla="*/ 241300 h 241300"/>
              <a:gd name="connsiteX3" fmla="*/ 0 w 1778000"/>
              <a:gd name="connsiteY3" fmla="*/ 228600 h 241300"/>
              <a:gd name="connsiteX4" fmla="*/ 88900 w 1778000"/>
              <a:gd name="connsiteY4" fmla="*/ 0 h 241300"/>
              <a:gd name="connsiteX0" fmla="*/ 88900 w 1778000"/>
              <a:gd name="connsiteY0" fmla="*/ 0 h 248055"/>
              <a:gd name="connsiteX1" fmla="*/ 1778000 w 1778000"/>
              <a:gd name="connsiteY1" fmla="*/ 0 h 248055"/>
              <a:gd name="connsiteX2" fmla="*/ 1778000 w 1778000"/>
              <a:gd name="connsiteY2" fmla="*/ 241300 h 248055"/>
              <a:gd name="connsiteX3" fmla="*/ 0 w 1778000"/>
              <a:gd name="connsiteY3" fmla="*/ 248055 h 248055"/>
              <a:gd name="connsiteX4" fmla="*/ 88900 w 1778000"/>
              <a:gd name="connsiteY4" fmla="*/ 0 h 248055"/>
              <a:gd name="connsiteX0" fmla="*/ 88900 w 1778000"/>
              <a:gd name="connsiteY0" fmla="*/ 0 h 248055"/>
              <a:gd name="connsiteX1" fmla="*/ 1778000 w 1778000"/>
              <a:gd name="connsiteY1" fmla="*/ 0 h 248055"/>
              <a:gd name="connsiteX2" fmla="*/ 1778000 w 1778000"/>
              <a:gd name="connsiteY2" fmla="*/ 241300 h 248055"/>
              <a:gd name="connsiteX3" fmla="*/ 0 w 1778000"/>
              <a:gd name="connsiteY3" fmla="*/ 248055 h 248055"/>
              <a:gd name="connsiteX4" fmla="*/ 88900 w 1778000"/>
              <a:gd name="connsiteY4" fmla="*/ 0 h 248055"/>
              <a:gd name="connsiteX0" fmla="*/ 88900 w 1778000"/>
              <a:gd name="connsiteY0" fmla="*/ 0 h 255891"/>
              <a:gd name="connsiteX1" fmla="*/ 1778000 w 1778000"/>
              <a:gd name="connsiteY1" fmla="*/ 0 h 255891"/>
              <a:gd name="connsiteX2" fmla="*/ 1778000 w 1778000"/>
              <a:gd name="connsiteY2" fmla="*/ 255891 h 255891"/>
              <a:gd name="connsiteX3" fmla="*/ 0 w 1778000"/>
              <a:gd name="connsiteY3" fmla="*/ 248055 h 255891"/>
              <a:gd name="connsiteX4" fmla="*/ 88900 w 1778000"/>
              <a:gd name="connsiteY4" fmla="*/ 0 h 2558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8000" h="255891">
                <a:moveTo>
                  <a:pt x="88900" y="0"/>
                </a:moveTo>
                <a:lnTo>
                  <a:pt x="1778000" y="0"/>
                </a:lnTo>
                <a:lnTo>
                  <a:pt x="1778000" y="255891"/>
                </a:lnTo>
                <a:lnTo>
                  <a:pt x="0" y="248055"/>
                </a:lnTo>
                <a:lnTo>
                  <a:pt x="88900" y="0"/>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75"/>
          </a:p>
        </p:txBody>
      </p:sp>
      <p:sp>
        <p:nvSpPr>
          <p:cNvPr id="9" name="TextBox 4">
            <a:extLst>
              <a:ext uri="{FF2B5EF4-FFF2-40B4-BE49-F238E27FC236}">
                <a16:creationId xmlns:a16="http://schemas.microsoft.com/office/drawing/2014/main" id="{91317F81-D507-45C7-8636-1E88C8BC02A1}"/>
              </a:ext>
            </a:extLst>
          </p:cNvPr>
          <p:cNvSpPr txBox="1"/>
          <p:nvPr userDrawn="1"/>
        </p:nvSpPr>
        <p:spPr>
          <a:xfrm>
            <a:off x="11090892" y="6614706"/>
            <a:ext cx="513281" cy="178960"/>
          </a:xfrm>
          <a:prstGeom prst="rect">
            <a:avLst/>
          </a:prstGeom>
          <a:noFill/>
        </p:spPr>
        <p:txBody>
          <a:bodyPr wrap="none" rtlCol="0">
            <a:spAutoFit/>
          </a:bodyPr>
          <a:lstStyle/>
          <a:p>
            <a:pPr algn="ctr" fontAlgn="base">
              <a:spcBef>
                <a:spcPct val="0"/>
              </a:spcBef>
              <a:spcAft>
                <a:spcPct val="0"/>
              </a:spcAft>
              <a:buFont typeface="Arial" pitchFamily="34" charset="0"/>
              <a:buNone/>
            </a:pPr>
            <a:r>
              <a:rPr lang="en-US" altLang="zh-CN" sz="563" dirty="0">
                <a:solidFill>
                  <a:schemeClr val="bg1"/>
                </a:solidFill>
                <a:latin typeface="冬青黑体简体中文 W3" panose="020B0300000000000000" pitchFamily="34" charset="-122"/>
                <a:ea typeface="冬青黑体简体中文 W3" panose="020B0300000000000000" pitchFamily="34" charset="-122"/>
              </a:rPr>
              <a:t>PAGE  </a:t>
            </a:r>
            <a:fld id="{80FBF818-38A7-4F77-93E6-B3A777432DD2}" type="slidenum">
              <a:rPr lang="zh-CN" altLang="en-US" sz="563" smtClean="0">
                <a:solidFill>
                  <a:schemeClr val="bg1"/>
                </a:solidFill>
                <a:latin typeface="冬青黑体简体中文 W3" panose="020B0300000000000000" pitchFamily="34" charset="-122"/>
                <a:ea typeface="冬青黑体简体中文 W3" panose="020B0300000000000000" pitchFamily="34" charset="-122"/>
              </a:rPr>
              <a:pPr algn="ctr" fontAlgn="base">
                <a:spcBef>
                  <a:spcPct val="0"/>
                </a:spcBef>
                <a:spcAft>
                  <a:spcPct val="0"/>
                </a:spcAft>
                <a:buFont typeface="Arial" pitchFamily="34" charset="0"/>
                <a:buNone/>
              </a:pPr>
              <a:t>‹#›</a:t>
            </a:fld>
            <a:endParaRPr lang="zh-CN" altLang="en-US" sz="563" dirty="0">
              <a:solidFill>
                <a:schemeClr val="bg1"/>
              </a:solidFill>
              <a:latin typeface="冬青黑体简体中文 W3" panose="020B0300000000000000" pitchFamily="34" charset="-122"/>
              <a:ea typeface="冬青黑体简体中文 W3" panose="020B0300000000000000" pitchFamily="34" charset="-122"/>
            </a:endParaRPr>
          </a:p>
        </p:txBody>
      </p:sp>
      <p:sp>
        <p:nvSpPr>
          <p:cNvPr id="10" name="矩形 9">
            <a:extLst>
              <a:ext uri="{FF2B5EF4-FFF2-40B4-BE49-F238E27FC236}">
                <a16:creationId xmlns:a16="http://schemas.microsoft.com/office/drawing/2014/main" id="{3C285BF7-A908-4A89-8920-F526F3DB8CC7}"/>
              </a:ext>
            </a:extLst>
          </p:cNvPr>
          <p:cNvSpPr/>
          <p:nvPr userDrawn="1"/>
        </p:nvSpPr>
        <p:spPr>
          <a:xfrm>
            <a:off x="8336" y="116117"/>
            <a:ext cx="12183664" cy="6386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zh-CN" altLang="zh-CN" sz="1350" dirty="0">
              <a:solidFill>
                <a:schemeClr val="bg1"/>
              </a:solidFill>
            </a:endParaRPr>
          </a:p>
        </p:txBody>
      </p:sp>
      <p:sp>
        <p:nvSpPr>
          <p:cNvPr id="11" name="等腰三角形 10">
            <a:extLst>
              <a:ext uri="{FF2B5EF4-FFF2-40B4-BE49-F238E27FC236}">
                <a16:creationId xmlns:a16="http://schemas.microsoft.com/office/drawing/2014/main" id="{7C4094B3-47CD-48BD-8F8C-F937D5AE4914}"/>
              </a:ext>
            </a:extLst>
          </p:cNvPr>
          <p:cNvSpPr/>
          <p:nvPr userDrawn="1"/>
        </p:nvSpPr>
        <p:spPr>
          <a:xfrm flipH="1">
            <a:off x="11066931" y="134831"/>
            <a:ext cx="1125071" cy="619913"/>
          </a:xfrm>
          <a:prstGeom prst="triangle">
            <a:avLst>
              <a:gd name="adj" fmla="val 0"/>
            </a:avLst>
          </a:prstGeom>
          <a:solidFill>
            <a:schemeClr val="accent1">
              <a:lumMod val="60000"/>
              <a:lumOff val="40000"/>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75"/>
          </a:p>
        </p:txBody>
      </p:sp>
      <p:sp>
        <p:nvSpPr>
          <p:cNvPr id="12" name="等腰三角形 11">
            <a:extLst>
              <a:ext uri="{FF2B5EF4-FFF2-40B4-BE49-F238E27FC236}">
                <a16:creationId xmlns:a16="http://schemas.microsoft.com/office/drawing/2014/main" id="{C2FBC621-A5B9-4783-BB45-DB3B8600141C}"/>
              </a:ext>
            </a:extLst>
          </p:cNvPr>
          <p:cNvSpPr/>
          <p:nvPr userDrawn="1"/>
        </p:nvSpPr>
        <p:spPr>
          <a:xfrm flipH="1" flipV="1">
            <a:off x="11518859" y="125471"/>
            <a:ext cx="673143" cy="440586"/>
          </a:xfrm>
          <a:prstGeom prst="triangle">
            <a:avLst>
              <a:gd name="adj" fmla="val 0"/>
            </a:avLst>
          </a:prstGeom>
          <a:solidFill>
            <a:schemeClr val="accent5">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75"/>
          </a:p>
        </p:txBody>
      </p:sp>
      <p:pic>
        <p:nvPicPr>
          <p:cNvPr id="13" name="图片 12">
            <a:extLst>
              <a:ext uri="{FF2B5EF4-FFF2-40B4-BE49-F238E27FC236}">
                <a16:creationId xmlns:a16="http://schemas.microsoft.com/office/drawing/2014/main" id="{20ED8DE3-59A1-4773-BC52-10BC744AB2FA}"/>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1395692" y="138090"/>
            <a:ext cx="571769" cy="581515"/>
          </a:xfrm>
          <a:prstGeom prst="rect">
            <a:avLst/>
          </a:prstGeom>
        </p:spPr>
      </p:pic>
    </p:spTree>
    <p:extLst>
      <p:ext uri="{BB962C8B-B14F-4D97-AF65-F5344CB8AC3E}">
        <p14:creationId xmlns:p14="http://schemas.microsoft.com/office/powerpoint/2010/main" val="2410241271"/>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6.xm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6.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8.jpe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1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6.xml"/><Relationship Id="rId6" Type="http://schemas.openxmlformats.org/officeDocument/2006/relationships/image" Target="../media/image10.jpe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6.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jpeg"/><Relationship Id="rId1" Type="http://schemas.openxmlformats.org/officeDocument/2006/relationships/slideLayout" Target="../slideLayouts/slideLayout16.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12.jpe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6.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13.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14.jpe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15.jpe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16.jpe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17.jpe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18.jpe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19.jpe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20.jpe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21.jpe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22.jpe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23.png"/><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24.jpeg"/><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25.jpeg"/><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26.jpeg"/><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6.xml"/><Relationship Id="rId6" Type="http://schemas.openxmlformats.org/officeDocument/2006/relationships/image" Target="../media/image27.jpeg"/><Relationship Id="rId5" Type="http://schemas.openxmlformats.org/officeDocument/2006/relationships/image" Target="../media/image6.png"/><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28.jpeg"/><Relationship Id="rId4" Type="http://schemas.openxmlformats.org/officeDocument/2006/relationships/image" Target="../media/image6.png"/></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29.jpeg"/><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0.jpeg"/><Relationship Id="rId1" Type="http://schemas.openxmlformats.org/officeDocument/2006/relationships/slideLayout" Target="../slideLayouts/slideLayout16.xml"/><Relationship Id="rId5" Type="http://schemas.openxmlformats.org/officeDocument/2006/relationships/image" Target="../media/image6.png"/><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31.jpeg"/><Relationship Id="rId4" Type="http://schemas.openxmlformats.org/officeDocument/2006/relationships/image" Target="../media/image6.png"/></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32.png"/><Relationship Id="rId4" Type="http://schemas.openxmlformats.org/officeDocument/2006/relationships/image" Target="../media/image6.png"/></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6.xml"/><Relationship Id="rId5" Type="http://schemas.openxmlformats.org/officeDocument/2006/relationships/image" Target="../media/image6.png"/><Relationship Id="rId4" Type="http://schemas.openxmlformats.org/officeDocument/2006/relationships/image" Target="../media/image5.png"/></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33.jpeg"/><Relationship Id="rId4" Type="http://schemas.openxmlformats.org/officeDocument/2006/relationships/image" Target="../media/image6.png"/></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34.jpeg"/><Relationship Id="rId4" Type="http://schemas.openxmlformats.org/officeDocument/2006/relationships/image" Target="../media/image6.png"/></Relationships>
</file>

<file path=ppt/slides/_rels/slide43.x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image" Target="../media/image4.png"/><Relationship Id="rId7" Type="http://schemas.openxmlformats.org/officeDocument/2006/relationships/image" Target="../media/image37.wmf"/><Relationship Id="rId2" Type="http://schemas.openxmlformats.org/officeDocument/2006/relationships/slideLayout" Target="../slideLayouts/slideLayout16.xml"/><Relationship Id="rId1" Type="http://schemas.openxmlformats.org/officeDocument/2006/relationships/vmlDrawing" Target="../drawings/vmlDrawing1.vml"/><Relationship Id="rId6" Type="http://schemas.openxmlformats.org/officeDocument/2006/relationships/image" Target="../media/image36.emf"/><Relationship Id="rId11" Type="http://schemas.openxmlformats.org/officeDocument/2006/relationships/image" Target="../media/image35.emf"/><Relationship Id="rId5" Type="http://schemas.openxmlformats.org/officeDocument/2006/relationships/image" Target="../media/image6.png"/><Relationship Id="rId10" Type="http://schemas.openxmlformats.org/officeDocument/2006/relationships/oleObject" Target="../embeddings/oleObject1.bin"/><Relationship Id="rId4" Type="http://schemas.openxmlformats.org/officeDocument/2006/relationships/image" Target="../media/image5.png"/><Relationship Id="rId9" Type="http://schemas.openxmlformats.org/officeDocument/2006/relationships/image" Target="../media/image39.wmf"/></Relationships>
</file>

<file path=ppt/slides/_rels/slide44.xml.rels><?xml version="1.0" encoding="UTF-8" standalone="yes"?>
<Relationships xmlns="http://schemas.openxmlformats.org/package/2006/relationships"><Relationship Id="rId8" Type="http://schemas.openxmlformats.org/officeDocument/2006/relationships/image" Target="../media/image40.emf"/><Relationship Id="rId13" Type="http://schemas.openxmlformats.org/officeDocument/2006/relationships/oleObject" Target="../embeddings/oleObject5.bin"/><Relationship Id="rId18" Type="http://schemas.openxmlformats.org/officeDocument/2006/relationships/oleObject" Target="../embeddings/oleObject10.bin"/><Relationship Id="rId3" Type="http://schemas.openxmlformats.org/officeDocument/2006/relationships/image" Target="../media/image4.png"/><Relationship Id="rId21" Type="http://schemas.openxmlformats.org/officeDocument/2006/relationships/oleObject" Target="../embeddings/oleObject13.bin"/><Relationship Id="rId7" Type="http://schemas.openxmlformats.org/officeDocument/2006/relationships/oleObject" Target="../embeddings/oleObject2.bin"/><Relationship Id="rId12" Type="http://schemas.openxmlformats.org/officeDocument/2006/relationships/oleObject" Target="../embeddings/oleObject4.bin"/><Relationship Id="rId17" Type="http://schemas.openxmlformats.org/officeDocument/2006/relationships/oleObject" Target="../embeddings/oleObject9.bin"/><Relationship Id="rId2" Type="http://schemas.openxmlformats.org/officeDocument/2006/relationships/slideLayout" Target="../slideLayouts/slideLayout16.xml"/><Relationship Id="rId16" Type="http://schemas.openxmlformats.org/officeDocument/2006/relationships/oleObject" Target="../embeddings/oleObject8.bin"/><Relationship Id="rId20" Type="http://schemas.openxmlformats.org/officeDocument/2006/relationships/oleObject" Target="../embeddings/oleObject12.bin"/><Relationship Id="rId1" Type="http://schemas.openxmlformats.org/officeDocument/2006/relationships/vmlDrawing" Target="../drawings/vmlDrawing2.vml"/><Relationship Id="rId6" Type="http://schemas.openxmlformats.org/officeDocument/2006/relationships/image" Target="../media/image41.wmf"/><Relationship Id="rId11" Type="http://schemas.openxmlformats.org/officeDocument/2006/relationships/image" Target="../media/image43.wmf"/><Relationship Id="rId5" Type="http://schemas.openxmlformats.org/officeDocument/2006/relationships/image" Target="../media/image6.png"/><Relationship Id="rId15" Type="http://schemas.openxmlformats.org/officeDocument/2006/relationships/oleObject" Target="../embeddings/oleObject7.bin"/><Relationship Id="rId10" Type="http://schemas.openxmlformats.org/officeDocument/2006/relationships/image" Target="../media/image42.wmf"/><Relationship Id="rId19" Type="http://schemas.openxmlformats.org/officeDocument/2006/relationships/oleObject" Target="../embeddings/oleObject11.bin"/><Relationship Id="rId4" Type="http://schemas.openxmlformats.org/officeDocument/2006/relationships/image" Target="../media/image5.png"/><Relationship Id="rId9" Type="http://schemas.openxmlformats.org/officeDocument/2006/relationships/oleObject" Target="../embeddings/oleObject3.bin"/><Relationship Id="rId14" Type="http://schemas.openxmlformats.org/officeDocument/2006/relationships/oleObject" Target="../embeddings/oleObject6.bin"/><Relationship Id="rId22" Type="http://schemas.openxmlformats.org/officeDocument/2006/relationships/oleObject" Target="../embeddings/oleObject14.bin"/></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44.jpeg"/><Relationship Id="rId4" Type="http://schemas.openxmlformats.org/officeDocument/2006/relationships/image" Target="../media/image6.png"/></Relationships>
</file>

<file path=ppt/slides/_rels/slide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45.jpeg"/><Relationship Id="rId4" Type="http://schemas.openxmlformats.org/officeDocument/2006/relationships/image" Target="../media/image6.png"/></Relationships>
</file>

<file path=ppt/slides/_rels/slide4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46.jpeg"/><Relationship Id="rId4" Type="http://schemas.openxmlformats.org/officeDocument/2006/relationships/image" Target="../media/image6.png"/></Relationships>
</file>

<file path=ppt/slides/_rels/slide4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5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47.jpeg"/><Relationship Id="rId4" Type="http://schemas.openxmlformats.org/officeDocument/2006/relationships/image" Target="../media/image6.png"/></Relationships>
</file>

<file path=ppt/slides/_rels/slide5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5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48.jpeg"/><Relationship Id="rId4" Type="http://schemas.openxmlformats.org/officeDocument/2006/relationships/image" Target="../media/image6.png"/></Relationships>
</file>

<file path=ppt/slides/_rels/slide5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49.jpeg"/><Relationship Id="rId4" Type="http://schemas.openxmlformats.org/officeDocument/2006/relationships/image" Target="../media/image6.png"/></Relationships>
</file>

<file path=ppt/slides/_rels/slide5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50.png"/><Relationship Id="rId4" Type="http://schemas.openxmlformats.org/officeDocument/2006/relationships/image" Target="../media/image6.png"/></Relationships>
</file>

<file path=ppt/slides/_rels/slide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1.jpeg"/><Relationship Id="rId1" Type="http://schemas.openxmlformats.org/officeDocument/2006/relationships/slideLayout" Target="../slideLayouts/slideLayout16.xml"/><Relationship Id="rId5" Type="http://schemas.openxmlformats.org/officeDocument/2006/relationships/image" Target="../media/image6.png"/><Relationship Id="rId4" Type="http://schemas.openxmlformats.org/officeDocument/2006/relationships/image" Target="../media/image5.png"/></Relationships>
</file>

<file path=ppt/slides/_rels/slide5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52.jpeg"/><Relationship Id="rId4" Type="http://schemas.openxmlformats.org/officeDocument/2006/relationships/image" Target="../media/image6.png"/></Relationships>
</file>

<file path=ppt/slides/_rels/slide5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53.gif"/><Relationship Id="rId4" Type="http://schemas.openxmlformats.org/officeDocument/2006/relationships/image" Target="../media/image6.png"/></Relationships>
</file>

<file path=ppt/slides/_rels/slide5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54.png"/><Relationship Id="rId4" Type="http://schemas.openxmlformats.org/officeDocument/2006/relationships/image" Target="../media/image6.png"/></Relationships>
</file>

<file path=ppt/slides/_rels/slide6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6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55.png"/><Relationship Id="rId4" Type="http://schemas.openxmlformats.org/officeDocument/2006/relationships/image" Target="../media/image6.png"/></Relationships>
</file>

<file path=ppt/slides/_rels/slide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6.png"/><Relationship Id="rId1" Type="http://schemas.openxmlformats.org/officeDocument/2006/relationships/slideLayout" Target="../slideLayouts/slideLayout16.xml"/><Relationship Id="rId5" Type="http://schemas.openxmlformats.org/officeDocument/2006/relationships/image" Target="../media/image6.png"/><Relationship Id="rId4" Type="http://schemas.openxmlformats.org/officeDocument/2006/relationships/image" Target="../media/image5.png"/></Relationships>
</file>

<file path=ppt/slides/_rels/slide6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57.jpeg"/><Relationship Id="rId4" Type="http://schemas.openxmlformats.org/officeDocument/2006/relationships/image" Target="../media/image6.png"/></Relationships>
</file>

<file path=ppt/slides/_rels/slide64.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9.xml"/><Relationship Id="rId1" Type="http://schemas.openxmlformats.org/officeDocument/2006/relationships/slideLayout" Target="../slideLayouts/slideLayout2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6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59.jpeg"/><Relationship Id="rId4" Type="http://schemas.openxmlformats.org/officeDocument/2006/relationships/image" Target="../media/image6.png"/></Relationships>
</file>

<file path=ppt/slides/_rels/slide6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60.jpeg"/><Relationship Id="rId4" Type="http://schemas.openxmlformats.org/officeDocument/2006/relationships/image" Target="../media/image6.png"/></Relationships>
</file>

<file path=ppt/slides/_rels/slide6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61.png"/><Relationship Id="rId4" Type="http://schemas.openxmlformats.org/officeDocument/2006/relationships/image" Target="../media/image6.png"/></Relationships>
</file>

<file path=ppt/slides/_rels/slide6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62.jpeg"/><Relationship Id="rId4" Type="http://schemas.openxmlformats.org/officeDocument/2006/relationships/image" Target="../media/image6.png"/></Relationships>
</file>

<file path=ppt/slides/_rels/slide7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7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7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63.png"/><Relationship Id="rId4" Type="http://schemas.openxmlformats.org/officeDocument/2006/relationships/image" Target="../media/image6.png"/></Relationships>
</file>

<file path=ppt/slides/_rels/slide7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7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7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7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7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7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7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8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8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64.jpeg"/><Relationship Id="rId4" Type="http://schemas.openxmlformats.org/officeDocument/2006/relationships/image" Target="../media/image6.png"/></Relationships>
</file>

<file path=ppt/slides/_rels/slide8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8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8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6" Type="http://schemas.openxmlformats.org/officeDocument/2006/relationships/image" Target="../media/image66.jpeg"/><Relationship Id="rId5" Type="http://schemas.openxmlformats.org/officeDocument/2006/relationships/image" Target="../media/image65.jpeg"/><Relationship Id="rId4" Type="http://schemas.openxmlformats.org/officeDocument/2006/relationships/image" Target="../media/image6.png"/></Relationships>
</file>

<file path=ppt/slides/_rels/slide8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67.jpeg"/><Relationship Id="rId4" Type="http://schemas.openxmlformats.org/officeDocument/2006/relationships/image" Target="../media/image6.png"/></Relationships>
</file>

<file path=ppt/slides/_rels/slide8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8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8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6.xml"/><Relationship Id="rId5" Type="http://schemas.openxmlformats.org/officeDocument/2006/relationships/image" Target="../media/image6.png"/><Relationship Id="rId4" Type="http://schemas.openxmlformats.org/officeDocument/2006/relationships/image" Target="../media/image5.png"/></Relationships>
</file>

<file path=ppt/slides/_rels/slide8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9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9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68.jpeg"/><Relationship Id="rId4" Type="http://schemas.openxmlformats.org/officeDocument/2006/relationships/image" Target="../media/image6.png"/></Relationships>
</file>

<file path=ppt/slides/_rels/slide9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93.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16.xml"/></Relationships>
</file>

<file path=ppt/slides/_rels/slide9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9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9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9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70.jpeg"/><Relationship Id="rId4" Type="http://schemas.openxmlformats.org/officeDocument/2006/relationships/image" Target="../media/image6.png"/></Relationships>
</file>

<file path=ppt/slides/_rels/slide9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71.jpeg"/><Relationship Id="rId4" Type="http://schemas.openxmlformats.org/officeDocument/2006/relationships/image" Target="../media/image6.png"/></Relationships>
</file>

<file path=ppt/slides/_rels/slide9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72.jpeg"/><Relationship Id="rId4" Type="http://schemas.openxmlformats.org/officeDocument/2006/relationships/image" Target="../media/image6.png"/></Relationships>
</file>

<file path=ppt/slides/_rels/slide10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73.jpeg"/><Relationship Id="rId4" Type="http://schemas.openxmlformats.org/officeDocument/2006/relationships/image" Target="../media/image6.png"/></Relationships>
</file>

<file path=ppt/slides/_rels/slide10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74.jpeg"/><Relationship Id="rId4" Type="http://schemas.openxmlformats.org/officeDocument/2006/relationships/image" Target="../media/image6.png"/></Relationships>
</file>

<file path=ppt/slides/_rels/slide10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75.jpeg"/><Relationship Id="rId4" Type="http://schemas.openxmlformats.org/officeDocument/2006/relationships/image" Target="../media/image6.png"/></Relationships>
</file>

<file path=ppt/slides/_rels/slide10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76.jpeg"/><Relationship Id="rId4" Type="http://schemas.openxmlformats.org/officeDocument/2006/relationships/image" Target="../media/image6.png"/></Relationships>
</file>

<file path=ppt/slides/_rels/slide10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6" Type="http://schemas.openxmlformats.org/officeDocument/2006/relationships/image" Target="../media/image78.jpeg"/><Relationship Id="rId5" Type="http://schemas.openxmlformats.org/officeDocument/2006/relationships/image" Target="../media/image77.jpeg"/><Relationship Id="rId4" Type="http://schemas.openxmlformats.org/officeDocument/2006/relationships/image" Target="../media/image6.png"/></Relationships>
</file>

<file path=ppt/slides/_rels/slide10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79.jpeg"/><Relationship Id="rId4" Type="http://schemas.openxmlformats.org/officeDocument/2006/relationships/image" Target="../media/image6.png"/></Relationships>
</file>

<file path=ppt/slides/_rels/slide10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10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80.jpeg"/><Relationship Id="rId4" Type="http://schemas.openxmlformats.org/officeDocument/2006/relationships/image" Target="../media/image6.png"/></Relationships>
</file>

<file path=ppt/slides/_rels/slide10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81.png"/><Relationship Id="rId4" Type="http://schemas.openxmlformats.org/officeDocument/2006/relationships/image" Target="../media/image6.png"/></Relationships>
</file>

<file path=ppt/slides/_rels/slide10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1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111.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6010" y="0"/>
            <a:ext cx="12192000" cy="6988629"/>
            <a:chOff x="0" y="0"/>
            <a:chExt cx="12206514" cy="6988629"/>
          </a:xfrm>
        </p:grpSpPr>
        <p:sp>
          <p:nvSpPr>
            <p:cNvPr id="9" name="矩形 8"/>
            <p:cNvSpPr/>
            <p:nvPr/>
          </p:nvSpPr>
          <p:spPr>
            <a:xfrm>
              <a:off x="0" y="0"/>
              <a:ext cx="12206514"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a:xfrm>
              <a:off x="0" y="2873828"/>
              <a:ext cx="12206514" cy="4114801"/>
              <a:chOff x="0" y="3771900"/>
              <a:chExt cx="9144000" cy="3086100"/>
            </a:xfrm>
          </p:grpSpPr>
          <p:pic>
            <p:nvPicPr>
              <p:cNvPr id="3" name="Picture 2" descr="C:\Users\SY\Desktop\JHW_4041.png"/>
              <p:cNvPicPr>
                <a:picLocks noChangeAspect="1" noChangeArrowheads="1"/>
              </p:cNvPicPr>
              <p:nvPr/>
            </p:nvPicPr>
            <p:blipFill>
              <a:blip r:embed="rId2"/>
              <a:srcRect/>
              <a:stretch>
                <a:fillRect/>
              </a:stretch>
            </p:blipFill>
            <p:spPr bwMode="auto">
              <a:xfrm>
                <a:off x="1" y="3771900"/>
                <a:ext cx="3674996" cy="2287842"/>
              </a:xfrm>
              <a:prstGeom prst="rect">
                <a:avLst/>
              </a:prstGeom>
              <a:noFill/>
              <a:ln w="9525">
                <a:noFill/>
                <a:miter lim="800000"/>
                <a:headEnd/>
                <a:tailEnd/>
              </a:ln>
            </p:spPr>
          </p:pic>
          <p:grpSp>
            <p:nvGrpSpPr>
              <p:cNvPr id="4" name="组合 6"/>
              <p:cNvGrpSpPr>
                <a:grpSpLocks/>
              </p:cNvGrpSpPr>
              <p:nvPr/>
            </p:nvGrpSpPr>
            <p:grpSpPr bwMode="auto">
              <a:xfrm>
                <a:off x="0" y="4580500"/>
                <a:ext cx="9144000" cy="2277500"/>
                <a:chOff x="0" y="4289753"/>
                <a:chExt cx="12202851" cy="2568247"/>
              </a:xfrm>
            </p:grpSpPr>
            <p:sp>
              <p:nvSpPr>
                <p:cNvPr id="5" name="矩形 1"/>
                <p:cNvSpPr/>
                <p:nvPr/>
              </p:nvSpPr>
              <p:spPr>
                <a:xfrm>
                  <a:off x="0" y="4322581"/>
                  <a:ext cx="12202851" cy="2057389"/>
                </a:xfrm>
                <a:custGeom>
                  <a:avLst/>
                  <a:gdLst>
                    <a:gd name="connsiteX0" fmla="*/ 0 w 12192000"/>
                    <a:gd name="connsiteY0" fmla="*/ 0 h 2639291"/>
                    <a:gd name="connsiteX1" fmla="*/ 12192000 w 12192000"/>
                    <a:gd name="connsiteY1" fmla="*/ 0 h 2639291"/>
                    <a:gd name="connsiteX2" fmla="*/ 12192000 w 12192000"/>
                    <a:gd name="connsiteY2" fmla="*/ 2639291 h 2639291"/>
                    <a:gd name="connsiteX3" fmla="*/ 0 w 12192000"/>
                    <a:gd name="connsiteY3" fmla="*/ 2639291 h 2639291"/>
                    <a:gd name="connsiteX4" fmla="*/ 0 w 12192000"/>
                    <a:gd name="connsiteY4" fmla="*/ 0 h 2639291"/>
                    <a:gd name="connsiteX0-1" fmla="*/ 0 w 12192000"/>
                    <a:gd name="connsiteY0-2" fmla="*/ 0 h 2639291"/>
                    <a:gd name="connsiteX1-3" fmla="*/ 12192000 w 12192000"/>
                    <a:gd name="connsiteY1-4" fmla="*/ 0 h 2639291"/>
                    <a:gd name="connsiteX2-5" fmla="*/ 12192000 w 12192000"/>
                    <a:gd name="connsiteY2-6" fmla="*/ 2639291 h 2639291"/>
                    <a:gd name="connsiteX3-7" fmla="*/ 0 w 12192000"/>
                    <a:gd name="connsiteY3-8" fmla="*/ 2639291 h 2639291"/>
                    <a:gd name="connsiteX4-9" fmla="*/ 0 w 12192000"/>
                    <a:gd name="connsiteY4-10" fmla="*/ 0 h 2639291"/>
                    <a:gd name="connsiteX0-11" fmla="*/ 0 w 12192000"/>
                    <a:gd name="connsiteY0-12" fmla="*/ 0 h 2639291"/>
                    <a:gd name="connsiteX1-13" fmla="*/ 12192000 w 12192000"/>
                    <a:gd name="connsiteY1-14" fmla="*/ 0 h 2639291"/>
                    <a:gd name="connsiteX2-15" fmla="*/ 12192000 w 12192000"/>
                    <a:gd name="connsiteY2-16" fmla="*/ 2639291 h 2639291"/>
                    <a:gd name="connsiteX3-17" fmla="*/ 0 w 12192000"/>
                    <a:gd name="connsiteY3-18" fmla="*/ 2639291 h 2639291"/>
                    <a:gd name="connsiteX4-19" fmla="*/ 0 w 12192000"/>
                    <a:gd name="connsiteY4-20" fmla="*/ 0 h 2639291"/>
                    <a:gd name="connsiteX0-21" fmla="*/ 0 w 12192000"/>
                    <a:gd name="connsiteY0-22" fmla="*/ 0 h 2639291"/>
                    <a:gd name="connsiteX1-23" fmla="*/ 12192000 w 12192000"/>
                    <a:gd name="connsiteY1-24" fmla="*/ 0 h 2639291"/>
                    <a:gd name="connsiteX2-25" fmla="*/ 12192000 w 12192000"/>
                    <a:gd name="connsiteY2-26" fmla="*/ 2639291 h 2639291"/>
                    <a:gd name="connsiteX3-27" fmla="*/ 0 w 12192000"/>
                    <a:gd name="connsiteY3-28" fmla="*/ 2639291 h 2639291"/>
                    <a:gd name="connsiteX4-29" fmla="*/ 0 w 12192000"/>
                    <a:gd name="connsiteY4-30" fmla="*/ 0 h 2639291"/>
                    <a:gd name="connsiteX0-31" fmla="*/ 0 w 12192000"/>
                    <a:gd name="connsiteY0-32" fmla="*/ 0 h 2639291"/>
                    <a:gd name="connsiteX1-33" fmla="*/ 12181609 w 12192000"/>
                    <a:gd name="connsiteY1-34" fmla="*/ 1517073 h 2639291"/>
                    <a:gd name="connsiteX2-35" fmla="*/ 12192000 w 12192000"/>
                    <a:gd name="connsiteY2-36" fmla="*/ 2639291 h 2639291"/>
                    <a:gd name="connsiteX3-37" fmla="*/ 0 w 12192000"/>
                    <a:gd name="connsiteY3-38" fmla="*/ 2639291 h 2639291"/>
                    <a:gd name="connsiteX4-39" fmla="*/ 0 w 12192000"/>
                    <a:gd name="connsiteY4-40" fmla="*/ 0 h 2639291"/>
                    <a:gd name="connsiteX0-41" fmla="*/ 0 w 12202851"/>
                    <a:gd name="connsiteY0-42" fmla="*/ 0 h 2639291"/>
                    <a:gd name="connsiteX1-43" fmla="*/ 12202391 w 12202851"/>
                    <a:gd name="connsiteY1-44" fmla="*/ 1517073 h 2639291"/>
                    <a:gd name="connsiteX2-45" fmla="*/ 12192000 w 12202851"/>
                    <a:gd name="connsiteY2-46" fmla="*/ 2639291 h 2639291"/>
                    <a:gd name="connsiteX3-47" fmla="*/ 0 w 12202851"/>
                    <a:gd name="connsiteY3-48" fmla="*/ 2639291 h 2639291"/>
                    <a:gd name="connsiteX4-49" fmla="*/ 0 w 12202851"/>
                    <a:gd name="connsiteY4-50" fmla="*/ 0 h 2639291"/>
                    <a:gd name="connsiteX0-51" fmla="*/ 0 w 12202851"/>
                    <a:gd name="connsiteY0-52" fmla="*/ 0 h 2639291"/>
                    <a:gd name="connsiteX1-53" fmla="*/ 12202391 w 12202851"/>
                    <a:gd name="connsiteY1-54" fmla="*/ 1361209 h 2639291"/>
                    <a:gd name="connsiteX2-55" fmla="*/ 12192000 w 12202851"/>
                    <a:gd name="connsiteY2-56" fmla="*/ 2639291 h 2639291"/>
                    <a:gd name="connsiteX3-57" fmla="*/ 0 w 12202851"/>
                    <a:gd name="connsiteY3-58" fmla="*/ 2639291 h 2639291"/>
                    <a:gd name="connsiteX4-59" fmla="*/ 0 w 12202851"/>
                    <a:gd name="connsiteY4-60" fmla="*/ 0 h 2639291"/>
                    <a:gd name="connsiteX0-61" fmla="*/ 0 w 12202851"/>
                    <a:gd name="connsiteY0-62" fmla="*/ 0 h 2330681"/>
                    <a:gd name="connsiteX1-63" fmla="*/ 12202391 w 12202851"/>
                    <a:gd name="connsiteY1-64" fmla="*/ 1052599 h 2330681"/>
                    <a:gd name="connsiteX2-65" fmla="*/ 12192000 w 12202851"/>
                    <a:gd name="connsiteY2-66" fmla="*/ 2330681 h 2330681"/>
                    <a:gd name="connsiteX3-67" fmla="*/ 0 w 12202851"/>
                    <a:gd name="connsiteY3-68" fmla="*/ 2330681 h 2330681"/>
                    <a:gd name="connsiteX4-69" fmla="*/ 0 w 12202851"/>
                    <a:gd name="connsiteY4-70" fmla="*/ 0 h 2330681"/>
                    <a:gd name="connsiteX0-71" fmla="*/ 0 w 12202851"/>
                    <a:gd name="connsiteY0-72" fmla="*/ 0 h 2330681"/>
                    <a:gd name="connsiteX1-73" fmla="*/ 12202391 w 12202851"/>
                    <a:gd name="connsiteY1-74" fmla="*/ 1052599 h 2330681"/>
                    <a:gd name="connsiteX2-75" fmla="*/ 12192000 w 12202851"/>
                    <a:gd name="connsiteY2-76" fmla="*/ 2330681 h 2330681"/>
                    <a:gd name="connsiteX3-77" fmla="*/ 0 w 12202851"/>
                    <a:gd name="connsiteY3-78" fmla="*/ 2330681 h 2330681"/>
                    <a:gd name="connsiteX4-79" fmla="*/ 0 w 12202851"/>
                    <a:gd name="connsiteY4-80" fmla="*/ 0 h 2330681"/>
                    <a:gd name="connsiteX0-81" fmla="*/ 0 w 12202851"/>
                    <a:gd name="connsiteY0-82" fmla="*/ 0 h 2330681"/>
                    <a:gd name="connsiteX1-83" fmla="*/ 12202391 w 12202851"/>
                    <a:gd name="connsiteY1-84" fmla="*/ 1029739 h 2330681"/>
                    <a:gd name="connsiteX2-85" fmla="*/ 12192000 w 12202851"/>
                    <a:gd name="connsiteY2-86" fmla="*/ 2330681 h 2330681"/>
                    <a:gd name="connsiteX3-87" fmla="*/ 0 w 12202851"/>
                    <a:gd name="connsiteY3-88" fmla="*/ 2330681 h 2330681"/>
                    <a:gd name="connsiteX4-89" fmla="*/ 0 w 12202851"/>
                    <a:gd name="connsiteY4-90" fmla="*/ 0 h 233068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202851" h="2330681">
                      <a:moveTo>
                        <a:pt x="0" y="0"/>
                      </a:moveTo>
                      <a:cubicBezTo>
                        <a:pt x="3502891" y="1818409"/>
                        <a:pt x="8046951" y="2097925"/>
                        <a:pt x="12202391" y="1029739"/>
                      </a:cubicBezTo>
                      <a:cubicBezTo>
                        <a:pt x="12205855" y="1403812"/>
                        <a:pt x="12188536" y="1956608"/>
                        <a:pt x="12192000" y="2330681"/>
                      </a:cubicBezTo>
                      <a:lnTo>
                        <a:pt x="0" y="2330681"/>
                      </a:lnTo>
                      <a:lnTo>
                        <a:pt x="0" y="0"/>
                      </a:ln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itchFamily="34" charset="0"/>
                    <a:buNone/>
                    <a:defRPr/>
                  </a:pPr>
                  <a:endParaRPr lang="zh-CN" altLang="en-US" sz="1585" noProof="1">
                    <a:ea typeface="微软雅黑" pitchFamily="34" charset="-122"/>
                  </a:endParaRPr>
                </a:p>
              </p:txBody>
            </p:sp>
            <p:sp>
              <p:nvSpPr>
                <p:cNvPr id="6" name="矩形 1"/>
                <p:cNvSpPr/>
                <p:nvPr/>
              </p:nvSpPr>
              <p:spPr>
                <a:xfrm>
                  <a:off x="0" y="4289753"/>
                  <a:ext cx="12202851" cy="2329231"/>
                </a:xfrm>
                <a:custGeom>
                  <a:avLst/>
                  <a:gdLst>
                    <a:gd name="connsiteX0" fmla="*/ 0 w 12192000"/>
                    <a:gd name="connsiteY0" fmla="*/ 0 h 2639291"/>
                    <a:gd name="connsiteX1" fmla="*/ 12192000 w 12192000"/>
                    <a:gd name="connsiteY1" fmla="*/ 0 h 2639291"/>
                    <a:gd name="connsiteX2" fmla="*/ 12192000 w 12192000"/>
                    <a:gd name="connsiteY2" fmla="*/ 2639291 h 2639291"/>
                    <a:gd name="connsiteX3" fmla="*/ 0 w 12192000"/>
                    <a:gd name="connsiteY3" fmla="*/ 2639291 h 2639291"/>
                    <a:gd name="connsiteX4" fmla="*/ 0 w 12192000"/>
                    <a:gd name="connsiteY4" fmla="*/ 0 h 2639291"/>
                    <a:gd name="connsiteX0-1" fmla="*/ 0 w 12192000"/>
                    <a:gd name="connsiteY0-2" fmla="*/ 0 h 2639291"/>
                    <a:gd name="connsiteX1-3" fmla="*/ 12192000 w 12192000"/>
                    <a:gd name="connsiteY1-4" fmla="*/ 0 h 2639291"/>
                    <a:gd name="connsiteX2-5" fmla="*/ 12192000 w 12192000"/>
                    <a:gd name="connsiteY2-6" fmla="*/ 2639291 h 2639291"/>
                    <a:gd name="connsiteX3-7" fmla="*/ 0 w 12192000"/>
                    <a:gd name="connsiteY3-8" fmla="*/ 2639291 h 2639291"/>
                    <a:gd name="connsiteX4-9" fmla="*/ 0 w 12192000"/>
                    <a:gd name="connsiteY4-10" fmla="*/ 0 h 2639291"/>
                    <a:gd name="connsiteX0-11" fmla="*/ 0 w 12192000"/>
                    <a:gd name="connsiteY0-12" fmla="*/ 0 h 2639291"/>
                    <a:gd name="connsiteX1-13" fmla="*/ 12192000 w 12192000"/>
                    <a:gd name="connsiteY1-14" fmla="*/ 0 h 2639291"/>
                    <a:gd name="connsiteX2-15" fmla="*/ 12192000 w 12192000"/>
                    <a:gd name="connsiteY2-16" fmla="*/ 2639291 h 2639291"/>
                    <a:gd name="connsiteX3-17" fmla="*/ 0 w 12192000"/>
                    <a:gd name="connsiteY3-18" fmla="*/ 2639291 h 2639291"/>
                    <a:gd name="connsiteX4-19" fmla="*/ 0 w 12192000"/>
                    <a:gd name="connsiteY4-20" fmla="*/ 0 h 2639291"/>
                    <a:gd name="connsiteX0-21" fmla="*/ 0 w 12192000"/>
                    <a:gd name="connsiteY0-22" fmla="*/ 0 h 2639291"/>
                    <a:gd name="connsiteX1-23" fmla="*/ 12192000 w 12192000"/>
                    <a:gd name="connsiteY1-24" fmla="*/ 0 h 2639291"/>
                    <a:gd name="connsiteX2-25" fmla="*/ 12192000 w 12192000"/>
                    <a:gd name="connsiteY2-26" fmla="*/ 2639291 h 2639291"/>
                    <a:gd name="connsiteX3-27" fmla="*/ 0 w 12192000"/>
                    <a:gd name="connsiteY3-28" fmla="*/ 2639291 h 2639291"/>
                    <a:gd name="connsiteX4-29" fmla="*/ 0 w 12192000"/>
                    <a:gd name="connsiteY4-30" fmla="*/ 0 h 2639291"/>
                    <a:gd name="connsiteX0-31" fmla="*/ 0 w 12192000"/>
                    <a:gd name="connsiteY0-32" fmla="*/ 0 h 2639291"/>
                    <a:gd name="connsiteX1-33" fmla="*/ 12181609 w 12192000"/>
                    <a:gd name="connsiteY1-34" fmla="*/ 1517073 h 2639291"/>
                    <a:gd name="connsiteX2-35" fmla="*/ 12192000 w 12192000"/>
                    <a:gd name="connsiteY2-36" fmla="*/ 2639291 h 2639291"/>
                    <a:gd name="connsiteX3-37" fmla="*/ 0 w 12192000"/>
                    <a:gd name="connsiteY3-38" fmla="*/ 2639291 h 2639291"/>
                    <a:gd name="connsiteX4-39" fmla="*/ 0 w 12192000"/>
                    <a:gd name="connsiteY4-40" fmla="*/ 0 h 2639291"/>
                    <a:gd name="connsiteX0-41" fmla="*/ 0 w 12202851"/>
                    <a:gd name="connsiteY0-42" fmla="*/ 0 h 2639291"/>
                    <a:gd name="connsiteX1-43" fmla="*/ 12202391 w 12202851"/>
                    <a:gd name="connsiteY1-44" fmla="*/ 1517073 h 2639291"/>
                    <a:gd name="connsiteX2-45" fmla="*/ 12192000 w 12202851"/>
                    <a:gd name="connsiteY2-46" fmla="*/ 2639291 h 2639291"/>
                    <a:gd name="connsiteX3-47" fmla="*/ 0 w 12202851"/>
                    <a:gd name="connsiteY3-48" fmla="*/ 2639291 h 2639291"/>
                    <a:gd name="connsiteX4-49" fmla="*/ 0 w 12202851"/>
                    <a:gd name="connsiteY4-50" fmla="*/ 0 h 2639291"/>
                    <a:gd name="connsiteX0-51" fmla="*/ 0 w 12202851"/>
                    <a:gd name="connsiteY0-52" fmla="*/ 0 h 2639291"/>
                    <a:gd name="connsiteX1-53" fmla="*/ 12202391 w 12202851"/>
                    <a:gd name="connsiteY1-54" fmla="*/ 1361209 h 2639291"/>
                    <a:gd name="connsiteX2-55" fmla="*/ 12192000 w 12202851"/>
                    <a:gd name="connsiteY2-56" fmla="*/ 2639291 h 2639291"/>
                    <a:gd name="connsiteX3-57" fmla="*/ 0 w 12202851"/>
                    <a:gd name="connsiteY3-58" fmla="*/ 2639291 h 2639291"/>
                    <a:gd name="connsiteX4-59" fmla="*/ 0 w 12202851"/>
                    <a:gd name="connsiteY4-60" fmla="*/ 0 h 2639291"/>
                    <a:gd name="connsiteX0-61" fmla="*/ 0 w 12202851"/>
                    <a:gd name="connsiteY0-62" fmla="*/ 0 h 2639291"/>
                    <a:gd name="connsiteX1-63" fmla="*/ 12202391 w 12202851"/>
                    <a:gd name="connsiteY1-64" fmla="*/ 1406929 h 2639291"/>
                    <a:gd name="connsiteX2-65" fmla="*/ 12192000 w 12202851"/>
                    <a:gd name="connsiteY2-66" fmla="*/ 2639291 h 2639291"/>
                    <a:gd name="connsiteX3-67" fmla="*/ 0 w 12202851"/>
                    <a:gd name="connsiteY3-68" fmla="*/ 2639291 h 2639291"/>
                    <a:gd name="connsiteX4-69" fmla="*/ 0 w 12202851"/>
                    <a:gd name="connsiteY4-70" fmla="*/ 0 h 26392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202851" h="2639291">
                      <a:moveTo>
                        <a:pt x="0" y="0"/>
                      </a:moveTo>
                      <a:cubicBezTo>
                        <a:pt x="3502891" y="1818409"/>
                        <a:pt x="8024091" y="2726575"/>
                        <a:pt x="12202391" y="1406929"/>
                      </a:cubicBezTo>
                      <a:cubicBezTo>
                        <a:pt x="12205855" y="1781002"/>
                        <a:pt x="12188536" y="2265218"/>
                        <a:pt x="12192000" y="2639291"/>
                      </a:cubicBezTo>
                      <a:lnTo>
                        <a:pt x="0" y="2639291"/>
                      </a:lnTo>
                      <a:lnTo>
                        <a:pt x="0" y="0"/>
                      </a:lnTo>
                      <a:close/>
                    </a:path>
                  </a:pathLst>
                </a:custGeom>
                <a:solidFill>
                  <a:srgbClr val="0495D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itchFamily="34" charset="0"/>
                    <a:buNone/>
                    <a:defRPr/>
                  </a:pPr>
                  <a:endParaRPr lang="zh-CN" altLang="en-US" sz="1585" noProof="1">
                    <a:ea typeface="微软雅黑" pitchFamily="34" charset="-122"/>
                  </a:endParaRPr>
                </a:p>
              </p:txBody>
            </p:sp>
            <p:sp>
              <p:nvSpPr>
                <p:cNvPr id="7" name="矩形 1"/>
                <p:cNvSpPr/>
                <p:nvPr/>
              </p:nvSpPr>
              <p:spPr>
                <a:xfrm>
                  <a:off x="0" y="4326743"/>
                  <a:ext cx="12193318" cy="2531257"/>
                </a:xfrm>
                <a:custGeom>
                  <a:avLst/>
                  <a:gdLst>
                    <a:gd name="connsiteX0" fmla="*/ 0 w 12192000"/>
                    <a:gd name="connsiteY0" fmla="*/ 0 h 2639291"/>
                    <a:gd name="connsiteX1" fmla="*/ 12192000 w 12192000"/>
                    <a:gd name="connsiteY1" fmla="*/ 0 h 2639291"/>
                    <a:gd name="connsiteX2" fmla="*/ 12192000 w 12192000"/>
                    <a:gd name="connsiteY2" fmla="*/ 2639291 h 2639291"/>
                    <a:gd name="connsiteX3" fmla="*/ 0 w 12192000"/>
                    <a:gd name="connsiteY3" fmla="*/ 2639291 h 2639291"/>
                    <a:gd name="connsiteX4" fmla="*/ 0 w 12192000"/>
                    <a:gd name="connsiteY4" fmla="*/ 0 h 2639291"/>
                    <a:gd name="connsiteX0-1" fmla="*/ 0 w 12192000"/>
                    <a:gd name="connsiteY0-2" fmla="*/ 0 h 2639291"/>
                    <a:gd name="connsiteX1-3" fmla="*/ 12192000 w 12192000"/>
                    <a:gd name="connsiteY1-4" fmla="*/ 0 h 2639291"/>
                    <a:gd name="connsiteX2-5" fmla="*/ 12192000 w 12192000"/>
                    <a:gd name="connsiteY2-6" fmla="*/ 2639291 h 2639291"/>
                    <a:gd name="connsiteX3-7" fmla="*/ 0 w 12192000"/>
                    <a:gd name="connsiteY3-8" fmla="*/ 2639291 h 2639291"/>
                    <a:gd name="connsiteX4-9" fmla="*/ 0 w 12192000"/>
                    <a:gd name="connsiteY4-10" fmla="*/ 0 h 2639291"/>
                    <a:gd name="connsiteX0-11" fmla="*/ 0 w 12192000"/>
                    <a:gd name="connsiteY0-12" fmla="*/ 0 h 2639291"/>
                    <a:gd name="connsiteX1-13" fmla="*/ 12192000 w 12192000"/>
                    <a:gd name="connsiteY1-14" fmla="*/ 0 h 2639291"/>
                    <a:gd name="connsiteX2-15" fmla="*/ 12192000 w 12192000"/>
                    <a:gd name="connsiteY2-16" fmla="*/ 2639291 h 2639291"/>
                    <a:gd name="connsiteX3-17" fmla="*/ 0 w 12192000"/>
                    <a:gd name="connsiteY3-18" fmla="*/ 2639291 h 2639291"/>
                    <a:gd name="connsiteX4-19" fmla="*/ 0 w 12192000"/>
                    <a:gd name="connsiteY4-20" fmla="*/ 0 h 2639291"/>
                    <a:gd name="connsiteX0-21" fmla="*/ 0 w 12192000"/>
                    <a:gd name="connsiteY0-22" fmla="*/ 0 h 2639291"/>
                    <a:gd name="connsiteX1-23" fmla="*/ 12192000 w 12192000"/>
                    <a:gd name="connsiteY1-24" fmla="*/ 0 h 2639291"/>
                    <a:gd name="connsiteX2-25" fmla="*/ 12192000 w 12192000"/>
                    <a:gd name="connsiteY2-26" fmla="*/ 2639291 h 2639291"/>
                    <a:gd name="connsiteX3-27" fmla="*/ 0 w 12192000"/>
                    <a:gd name="connsiteY3-28" fmla="*/ 2639291 h 2639291"/>
                    <a:gd name="connsiteX4-29" fmla="*/ 0 w 12192000"/>
                    <a:gd name="connsiteY4-30" fmla="*/ 0 h 2639291"/>
                    <a:gd name="connsiteX0-31" fmla="*/ 0 w 12192000"/>
                    <a:gd name="connsiteY0-32" fmla="*/ 0 h 2639291"/>
                    <a:gd name="connsiteX1-33" fmla="*/ 12181609 w 12192000"/>
                    <a:gd name="connsiteY1-34" fmla="*/ 1517073 h 2639291"/>
                    <a:gd name="connsiteX2-35" fmla="*/ 12192000 w 12192000"/>
                    <a:gd name="connsiteY2-36" fmla="*/ 2639291 h 2639291"/>
                    <a:gd name="connsiteX3-37" fmla="*/ 0 w 12192000"/>
                    <a:gd name="connsiteY3-38" fmla="*/ 2639291 h 2639291"/>
                    <a:gd name="connsiteX4-39" fmla="*/ 0 w 12192000"/>
                    <a:gd name="connsiteY4-40" fmla="*/ 0 h 2639291"/>
                    <a:gd name="connsiteX0-41" fmla="*/ 0 w 12192999"/>
                    <a:gd name="connsiteY0-42" fmla="*/ 0 h 2639291"/>
                    <a:gd name="connsiteX1-43" fmla="*/ 12192000 w 12192999"/>
                    <a:gd name="connsiteY1-44" fmla="*/ 1506682 h 2639291"/>
                    <a:gd name="connsiteX2-45" fmla="*/ 12192000 w 12192999"/>
                    <a:gd name="connsiteY2-46" fmla="*/ 2639291 h 2639291"/>
                    <a:gd name="connsiteX3-47" fmla="*/ 0 w 12192999"/>
                    <a:gd name="connsiteY3-48" fmla="*/ 2639291 h 2639291"/>
                    <a:gd name="connsiteX4-49" fmla="*/ 0 w 12192999"/>
                    <a:gd name="connsiteY4-50" fmla="*/ 0 h 2639291"/>
                    <a:gd name="connsiteX0-51" fmla="*/ 0 w 12192999"/>
                    <a:gd name="connsiteY0-52" fmla="*/ 0 h 2857500"/>
                    <a:gd name="connsiteX1-53" fmla="*/ 12192000 w 12192999"/>
                    <a:gd name="connsiteY1-54" fmla="*/ 1724891 h 2857500"/>
                    <a:gd name="connsiteX2-55" fmla="*/ 12192000 w 12192999"/>
                    <a:gd name="connsiteY2-56" fmla="*/ 2857500 h 2857500"/>
                    <a:gd name="connsiteX3-57" fmla="*/ 0 w 12192999"/>
                    <a:gd name="connsiteY3-58" fmla="*/ 2857500 h 2857500"/>
                    <a:gd name="connsiteX4-59" fmla="*/ 0 w 12192999"/>
                    <a:gd name="connsiteY4-60" fmla="*/ 0 h 2857500"/>
                    <a:gd name="connsiteX0-61" fmla="*/ 0 w 12192999"/>
                    <a:gd name="connsiteY0-62" fmla="*/ 0 h 2857500"/>
                    <a:gd name="connsiteX1-63" fmla="*/ 12192000 w 12192999"/>
                    <a:gd name="connsiteY1-64" fmla="*/ 1724891 h 2857500"/>
                    <a:gd name="connsiteX2-65" fmla="*/ 12192000 w 12192999"/>
                    <a:gd name="connsiteY2-66" fmla="*/ 2857500 h 2857500"/>
                    <a:gd name="connsiteX3-67" fmla="*/ 0 w 12192999"/>
                    <a:gd name="connsiteY3-68" fmla="*/ 2857500 h 2857500"/>
                    <a:gd name="connsiteX4-69" fmla="*/ 0 w 12192999"/>
                    <a:gd name="connsiteY4-70" fmla="*/ 0 h 2857500"/>
                    <a:gd name="connsiteX0-71" fmla="*/ 0 w 12192999"/>
                    <a:gd name="connsiteY0-72" fmla="*/ 0 h 2867891"/>
                    <a:gd name="connsiteX1-73" fmla="*/ 12192000 w 12192999"/>
                    <a:gd name="connsiteY1-74" fmla="*/ 1735282 h 2867891"/>
                    <a:gd name="connsiteX2-75" fmla="*/ 12192000 w 12192999"/>
                    <a:gd name="connsiteY2-76" fmla="*/ 2867891 h 2867891"/>
                    <a:gd name="connsiteX3-77" fmla="*/ 0 w 12192999"/>
                    <a:gd name="connsiteY3-78" fmla="*/ 2867891 h 2867891"/>
                    <a:gd name="connsiteX4-79" fmla="*/ 0 w 12192999"/>
                    <a:gd name="connsiteY4-80" fmla="*/ 0 h 28678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192999" h="2867891">
                      <a:moveTo>
                        <a:pt x="0" y="0"/>
                      </a:moveTo>
                      <a:cubicBezTo>
                        <a:pt x="3502891" y="1818409"/>
                        <a:pt x="8013700" y="3054928"/>
                        <a:pt x="12192000" y="1735282"/>
                      </a:cubicBezTo>
                      <a:cubicBezTo>
                        <a:pt x="12195464" y="2109355"/>
                        <a:pt x="12188536" y="2493818"/>
                        <a:pt x="12192000" y="2867891"/>
                      </a:cubicBezTo>
                      <a:lnTo>
                        <a:pt x="0" y="2867891"/>
                      </a:lnTo>
                      <a:lnTo>
                        <a:pt x="0" y="0"/>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itchFamily="34" charset="0"/>
                    <a:buNone/>
                    <a:defRPr/>
                  </a:pPr>
                  <a:endParaRPr lang="zh-CN" altLang="en-US" sz="1585" noProof="1">
                    <a:ea typeface="微软雅黑" pitchFamily="34" charset="-122"/>
                  </a:endParaRPr>
                </a:p>
              </p:txBody>
            </p:sp>
          </p:grpSp>
        </p:grpSp>
      </p:grpSp>
      <p:sp>
        <p:nvSpPr>
          <p:cNvPr id="11" name="文本框 10"/>
          <p:cNvSpPr txBox="1"/>
          <p:nvPr/>
        </p:nvSpPr>
        <p:spPr>
          <a:xfrm>
            <a:off x="0" y="1600238"/>
            <a:ext cx="12182474" cy="825419"/>
          </a:xfrm>
          <a:prstGeom prst="rect">
            <a:avLst/>
          </a:prstGeom>
          <a:noFill/>
        </p:spPr>
        <p:txBody>
          <a:bodyPr wrap="square" rtlCol="0">
            <a:spAutoFit/>
          </a:bodyPr>
          <a:lstStyle/>
          <a:p>
            <a:pPr algn="ctr">
              <a:lnSpc>
                <a:spcPct val="150000"/>
              </a:lnSpc>
            </a:pPr>
            <a:r>
              <a:rPr lang="zh-CN" altLang="en-US" sz="3600" b="1" dirty="0">
                <a:solidFill>
                  <a:schemeClr val="tx1"/>
                </a:solidFill>
                <a:latin typeface="微软雅黑" panose="020B0503020204020204" pitchFamily="34" charset="-122"/>
                <a:ea typeface="微软雅黑" panose="020B0503020204020204" pitchFamily="34" charset="-122"/>
              </a:rPr>
              <a:t>网络工程与设计</a:t>
            </a:r>
          </a:p>
        </p:txBody>
      </p:sp>
      <p:pic>
        <p:nvPicPr>
          <p:cNvPr id="12" name="Picture 2" descr="C:\Users\SY\Desktop\14.png"/>
          <p:cNvPicPr>
            <a:picLocks noChangeAspect="1" noChangeArrowheads="1"/>
          </p:cNvPicPr>
          <p:nvPr/>
        </p:nvPicPr>
        <p:blipFill>
          <a:blip r:embed="rId3"/>
          <a:srcRect/>
          <a:stretch>
            <a:fillRect/>
          </a:stretch>
        </p:blipFill>
        <p:spPr bwMode="auto">
          <a:xfrm>
            <a:off x="4458071" y="526825"/>
            <a:ext cx="3742500" cy="1073412"/>
          </a:xfrm>
          <a:prstGeom prst="rect">
            <a:avLst/>
          </a:prstGeom>
          <a:noFill/>
          <a:ln w="9525">
            <a:noFill/>
            <a:miter lim="800000"/>
            <a:headEnd/>
            <a:tailEnd/>
          </a:ln>
        </p:spPr>
      </p:pic>
      <p:sp>
        <p:nvSpPr>
          <p:cNvPr id="2" name="矩形 1">
            <a:extLst>
              <a:ext uri="{FF2B5EF4-FFF2-40B4-BE49-F238E27FC236}">
                <a16:creationId xmlns:a16="http://schemas.microsoft.com/office/drawing/2014/main" id="{AE99C92C-AF7B-45FF-B6B0-778EC4189054}"/>
              </a:ext>
            </a:extLst>
          </p:cNvPr>
          <p:cNvSpPr/>
          <p:nvPr/>
        </p:nvSpPr>
        <p:spPr>
          <a:xfrm>
            <a:off x="4763" y="2665904"/>
            <a:ext cx="12182474" cy="457276"/>
          </a:xfrm>
          <a:prstGeom prst="rect">
            <a:avLst/>
          </a:prstGeom>
        </p:spPr>
        <p:txBody>
          <a:bodyPr wrap="square">
            <a:spAutoFit/>
          </a:bodyPr>
          <a:lstStyle/>
          <a:p>
            <a:pPr lvl="0" algn="ctr">
              <a:lnSpc>
                <a:spcPct val="80000"/>
              </a:lnSpc>
            </a:pPr>
            <a:r>
              <a:rPr lang="en-US" altLang="zh-CN" dirty="0">
                <a:effectLst>
                  <a:outerShdw blurRad="38100" dist="38100" dir="2700000" algn="tl">
                    <a:srgbClr val="C0C0C0"/>
                  </a:outerShdw>
                </a:effectLst>
                <a:latin typeface="Comic Sans MS" pitchFamily="66" charset="0"/>
              </a:rPr>
              <a:t>Network Engineering &amp; Design</a:t>
            </a:r>
          </a:p>
        </p:txBody>
      </p:sp>
      <p:sp>
        <p:nvSpPr>
          <p:cNvPr id="14" name="矩形 13">
            <a:extLst>
              <a:ext uri="{FF2B5EF4-FFF2-40B4-BE49-F238E27FC236}">
                <a16:creationId xmlns:a16="http://schemas.microsoft.com/office/drawing/2014/main" id="{9FBC0771-5C25-4330-B36B-6A26695EA02B}"/>
              </a:ext>
            </a:extLst>
          </p:cNvPr>
          <p:cNvSpPr/>
          <p:nvPr/>
        </p:nvSpPr>
        <p:spPr>
          <a:xfrm>
            <a:off x="-9526" y="3363428"/>
            <a:ext cx="12192000" cy="461665"/>
          </a:xfrm>
          <a:prstGeom prst="rect">
            <a:avLst/>
          </a:prstGeom>
        </p:spPr>
        <p:txBody>
          <a:bodyPr wrap="square">
            <a:spAutoFit/>
          </a:bodyPr>
          <a:lstStyle/>
          <a:p>
            <a:pPr algn="ctr"/>
            <a:r>
              <a:rPr lang="zh-CN" altLang="en-US" sz="2400" b="1" dirty="0">
                <a:solidFill>
                  <a:schemeClr val="tx1"/>
                </a:solidFill>
                <a:latin typeface="楷体_GB2312" pitchFamily="49" charset="-122"/>
                <a:ea typeface="楷体_GB2312" pitchFamily="49" charset="-122"/>
              </a:rPr>
              <a:t>计算机与人工智能学院   朱石磊</a:t>
            </a:r>
            <a:endParaRPr lang="zh-CN" altLang="en-US" sz="2400" b="1" dirty="0">
              <a:solidFill>
                <a:schemeClr val="tx1"/>
              </a:solidFill>
            </a:endParaRPr>
          </a:p>
        </p:txBody>
      </p:sp>
    </p:spTree>
    <p:extLst>
      <p:ext uri="{BB962C8B-B14F-4D97-AF65-F5344CB8AC3E}">
        <p14:creationId xmlns:p14="http://schemas.microsoft.com/office/powerpoint/2010/main" val="329370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9" name="Rectangle 2"/>
          <p:cNvSpPr/>
          <p:nvPr/>
        </p:nvSpPr>
        <p:spPr>
          <a:xfrm>
            <a:off x="2063750" y="1658937"/>
            <a:ext cx="8280400" cy="762000"/>
          </a:xfrm>
          <a:prstGeom prst="rect">
            <a:avLst/>
          </a:prstGeom>
          <a:noFill/>
          <a:ln>
            <a:noFill/>
          </a:ln>
        </p:spPr>
        <p:txBody>
          <a:bodyPr vert="horz" lIns="91440" tIns="45720" rIns="91440" bIns="45720" anchor="t">
            <a:spAutoFit/>
          </a:bodyPr>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hangingPunct="1"/>
            <a:r>
              <a:rPr lang="zh-CN" altLang="en-US" sz="4400" b="1" dirty="0">
                <a:solidFill>
                  <a:schemeClr val="hlink"/>
                </a:solidFill>
                <a:effectLst>
                  <a:outerShdw blurRad="38100" dist="38100" dir="2700000" algn="tl">
                    <a:srgbClr val="C0C0C0"/>
                  </a:outerShdw>
                </a:effectLst>
                <a:ea typeface="黑体" pitchFamily="49" charset="-122"/>
              </a:rPr>
              <a:t>第</a:t>
            </a:r>
            <a:r>
              <a:rPr lang="en-US" altLang="zh-CN" sz="4400" b="1" dirty="0">
                <a:solidFill>
                  <a:schemeClr val="hlink"/>
                </a:solidFill>
                <a:effectLst>
                  <a:outerShdw blurRad="38100" dist="38100" dir="2700000" algn="tl">
                    <a:srgbClr val="C0C0C0"/>
                  </a:outerShdw>
                </a:effectLst>
                <a:ea typeface="黑体" pitchFamily="49" charset="-122"/>
              </a:rPr>
              <a:t>3</a:t>
            </a:r>
            <a:r>
              <a:rPr lang="zh-CN" altLang="en-US" sz="4400" b="1" dirty="0">
                <a:solidFill>
                  <a:schemeClr val="hlink"/>
                </a:solidFill>
                <a:effectLst>
                  <a:outerShdw blurRad="38100" dist="38100" dir="2700000" algn="tl">
                    <a:srgbClr val="C0C0C0"/>
                  </a:outerShdw>
                </a:effectLst>
                <a:ea typeface="黑体" pitchFamily="49" charset="-122"/>
              </a:rPr>
              <a:t>章  网络结构设计</a:t>
            </a:r>
          </a:p>
        </p:txBody>
      </p:sp>
      <p:sp>
        <p:nvSpPr>
          <p:cNvPr id="1048590" name="Rectangle 3"/>
          <p:cNvSpPr/>
          <p:nvPr/>
        </p:nvSpPr>
        <p:spPr>
          <a:xfrm>
            <a:off x="4224337" y="2590801"/>
            <a:ext cx="5111750" cy="2062103"/>
          </a:xfrm>
          <a:prstGeom prst="rect">
            <a:avLst/>
          </a:prstGeom>
          <a:noFill/>
          <a:ln>
            <a:noFill/>
          </a:ln>
        </p:spPr>
        <p:txBody>
          <a:bodyPr vert="horz" lIns="91440" tIns="45720" rIns="91440" bIns="45720" anchor="t">
            <a:spAutoFit/>
          </a:bodyPr>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hangingPunct="1"/>
            <a:r>
              <a:rPr lang="en-US" altLang="zh-CN" sz="3200" dirty="0">
                <a:solidFill>
                  <a:srgbClr val="333399"/>
                </a:solidFill>
                <a:ea typeface="黑体" pitchFamily="49" charset="-122"/>
              </a:rPr>
              <a:t>3.1  </a:t>
            </a:r>
            <a:r>
              <a:rPr lang="zh-CN" altLang="en-US" sz="3200" dirty="0">
                <a:solidFill>
                  <a:srgbClr val="333399"/>
                </a:solidFill>
                <a:ea typeface="黑体" pitchFamily="49" charset="-122"/>
              </a:rPr>
              <a:t>点对点传输网络</a:t>
            </a:r>
          </a:p>
          <a:p>
            <a:pPr lvl="0" eaLnBrk="1" hangingPunct="1"/>
            <a:r>
              <a:rPr lang="en-US" altLang="zh-CN" sz="3200" dirty="0">
                <a:solidFill>
                  <a:srgbClr val="333399"/>
                </a:solidFill>
                <a:ea typeface="黑体" pitchFamily="49" charset="-122"/>
              </a:rPr>
              <a:t>3.2  </a:t>
            </a:r>
            <a:r>
              <a:rPr lang="zh-CN" altLang="en-US" sz="3200" dirty="0">
                <a:solidFill>
                  <a:srgbClr val="333399"/>
                </a:solidFill>
                <a:ea typeface="黑体" pitchFamily="49" charset="-122"/>
              </a:rPr>
              <a:t>广播传输网络</a:t>
            </a:r>
          </a:p>
          <a:p>
            <a:pPr lvl="0" eaLnBrk="1" hangingPunct="1"/>
            <a:r>
              <a:rPr lang="en-US" altLang="zh-CN" sz="3200" dirty="0">
                <a:solidFill>
                  <a:srgbClr val="333399"/>
                </a:solidFill>
                <a:ea typeface="黑体" pitchFamily="49" charset="-122"/>
              </a:rPr>
              <a:t>3.3  </a:t>
            </a:r>
            <a:r>
              <a:rPr lang="zh-CN" altLang="en-US" sz="3200" dirty="0">
                <a:solidFill>
                  <a:srgbClr val="333399"/>
                </a:solidFill>
                <a:ea typeface="黑体" pitchFamily="49" charset="-122"/>
              </a:rPr>
              <a:t>网络设计模型</a:t>
            </a:r>
            <a:r>
              <a:rPr lang="en-US" altLang="zh-CN" sz="2400" dirty="0">
                <a:solidFill>
                  <a:srgbClr val="FF3399"/>
                </a:solidFill>
              </a:rPr>
              <a:t>【</a:t>
            </a:r>
            <a:r>
              <a:rPr lang="zh-CN" altLang="en-US" sz="2400" dirty="0">
                <a:solidFill>
                  <a:srgbClr val="FF3399"/>
                </a:solidFill>
                <a:effectLst>
                  <a:outerShdw blurRad="38100" dist="38100" dir="2700000" algn="tl">
                    <a:srgbClr val="C0C0C0"/>
                  </a:outerShdw>
                </a:effectLst>
                <a:ea typeface="黑体" pitchFamily="49" charset="-122"/>
              </a:rPr>
              <a:t>重点</a:t>
            </a:r>
            <a:r>
              <a:rPr lang="en-US" altLang="zh-CN" sz="2400" dirty="0">
                <a:solidFill>
                  <a:srgbClr val="FF3399"/>
                </a:solidFill>
              </a:rPr>
              <a:t>】</a:t>
            </a:r>
          </a:p>
          <a:p>
            <a:pPr lvl="0" eaLnBrk="1" hangingPunct="1"/>
            <a:r>
              <a:rPr lang="zh-CN" altLang="en-US" sz="3200" dirty="0">
                <a:solidFill>
                  <a:srgbClr val="333399"/>
                </a:solidFill>
                <a:ea typeface="黑体" pitchFamily="49" charset="-122"/>
              </a:rPr>
              <a:t>3.4  网络结构分析</a:t>
            </a:r>
            <a:r>
              <a:rPr lang="en-US" altLang="zh-CN" sz="2400" dirty="0">
                <a:solidFill>
                  <a:srgbClr val="FF3399"/>
                </a:solidFill>
              </a:rPr>
              <a:t>【</a:t>
            </a:r>
            <a:r>
              <a:rPr lang="zh-CN" altLang="en-US" sz="2400" dirty="0">
                <a:solidFill>
                  <a:srgbClr val="FF3399"/>
                </a:solidFill>
                <a:effectLst>
                  <a:outerShdw blurRad="38100" dist="38100" dir="2700000" algn="tl">
                    <a:srgbClr val="C0C0C0"/>
                  </a:outerShdw>
                </a:effectLst>
                <a:ea typeface="黑体" pitchFamily="49" charset="-122"/>
              </a:rPr>
              <a:t>重点</a:t>
            </a:r>
            <a:r>
              <a:rPr lang="en-US" altLang="zh-CN" sz="2400" dirty="0">
                <a:solidFill>
                  <a:srgbClr val="FF3399"/>
                </a:solidFill>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6" name="Rectangle 2"/>
          <p:cNvSpPr>
            <a:spLocks noGrp="1"/>
          </p:cNvSpPr>
          <p:nvPr>
            <p:ph type="body" sz="half" idx="1"/>
          </p:nvPr>
        </p:nvSpPr>
        <p:spPr>
          <a:xfrm>
            <a:off x="1919287" y="1341438"/>
            <a:ext cx="8675688" cy="5400675"/>
          </a:xfrm>
          <a:prstGeom prst="rect">
            <a:avLst/>
          </a:prstGeom>
          <a:noFill/>
          <a:ln>
            <a:noFill/>
          </a:ln>
        </p:spPr>
        <p:txBody>
          <a:bodyPr vert="horz" lIns="91440" tIns="45720" rIns="91440" bIns="45720" rtlCol="0" anchor="t">
            <a:normAutofit/>
          </a:bodyPr>
          <a:lstStyle>
            <a:lvl1pPr marL="342900" indent="-342900">
              <a:lnSpc>
                <a:spcPct val="90000"/>
              </a:lnSpc>
              <a:spcBef>
                <a:spcPct val="0"/>
              </a:spcBef>
              <a:spcAft>
                <a:spcPct val="20000"/>
              </a:spcAft>
              <a:buBlip>
                <a:blip r:embed="rId3"/>
              </a:buBlip>
              <a:defRPr sz="2400">
                <a:solidFill>
                  <a:srgbClr val="000099"/>
                </a:solidFill>
              </a:defRPr>
            </a:lvl1pPr>
            <a:lvl2pPr marL="742950" indent="-285750">
              <a:lnSpc>
                <a:spcPct val="90000"/>
              </a:lnSpc>
              <a:spcBef>
                <a:spcPct val="0"/>
              </a:spcBef>
              <a:spcAft>
                <a:spcPct val="20000"/>
              </a:spcAft>
              <a:buBlip>
                <a:blip r:embed="rId4"/>
              </a:buBlip>
              <a:defRPr sz="2400">
                <a:solidFill>
                  <a:srgbClr val="000099"/>
                </a:solidFill>
              </a:defRPr>
            </a:lvl2pPr>
            <a:lvl3pPr marL="1143000" indent="-228600">
              <a:lnSpc>
                <a:spcPct val="90000"/>
              </a:lnSpc>
              <a:spcBef>
                <a:spcPct val="0"/>
              </a:spcBef>
              <a:spcAft>
                <a:spcPct val="20000"/>
              </a:spcAft>
              <a:buBlip>
                <a:blip r:embed="rId5"/>
              </a:buBlip>
              <a:defRPr sz="2000">
                <a:solidFill>
                  <a:srgbClr val="008000"/>
                </a:solidFill>
              </a:defRPr>
            </a:lvl3pPr>
            <a:lvl4pPr marL="1600200" indent="-228600">
              <a:lnSpc>
                <a:spcPct val="90000"/>
              </a:lnSpc>
              <a:spcBef>
                <a:spcPct val="0"/>
              </a:spcBef>
              <a:spcAft>
                <a:spcPct val="20000"/>
              </a:spcAft>
              <a:buBlip>
                <a:blip r:embed="rId5"/>
              </a:buBlip>
              <a:defRPr sz="1800">
                <a:solidFill>
                  <a:srgbClr val="800000"/>
                </a:solidFill>
              </a:defRPr>
            </a:lvl4pPr>
            <a:lvl5pPr marL="2057400" indent="-228600">
              <a:lnSpc>
                <a:spcPct val="90000"/>
              </a:lnSpc>
              <a:spcBef>
                <a:spcPct val="0"/>
              </a:spcBef>
              <a:spcAft>
                <a:spcPct val="20000"/>
              </a:spcAft>
              <a:buBlip>
                <a:blip r:embed="rId5"/>
              </a:buBlip>
              <a:defRPr sz="1600">
                <a:solidFill>
                  <a:srgbClr val="003399"/>
                </a:solidFill>
              </a:defRPr>
            </a:lvl5pPr>
          </a:lstStyle>
          <a:p>
            <a:pPr lvl="0" algn="just" eaLnBrk="1" hangingPunct="1">
              <a:buFontTx/>
              <a:buNone/>
            </a:pPr>
            <a:endParaRPr lang="en-US" altLang="zh-CN" dirty="0"/>
          </a:p>
          <a:p>
            <a:pPr lvl="0" algn="just" eaLnBrk="1" hangingPunct="1">
              <a:buFontTx/>
              <a:buNone/>
            </a:pPr>
            <a:endParaRPr lang="en-US" altLang="zh-CN" dirty="0"/>
          </a:p>
        </p:txBody>
      </p:sp>
      <p:pic>
        <p:nvPicPr>
          <p:cNvPr id="2097153" name="Picture 6" descr="3879569604003708437"/>
          <p:cNvPicPr>
            <a:picLocks/>
          </p:cNvPicPr>
          <p:nvPr/>
        </p:nvPicPr>
        <p:blipFill>
          <a:blip r:embed="rId6">
            <a:clrChange>
              <a:clrFrom>
                <a:srgbClr val="FFFFFF"/>
              </a:clrFrom>
              <a:clrTo>
                <a:srgbClr val="FFFFFF">
                  <a:alpha val="0"/>
                </a:srgbClr>
              </a:clrTo>
            </a:clrChange>
          </a:blip>
          <a:srcRect/>
          <a:stretch>
            <a:fillRect/>
          </a:stretch>
        </p:blipFill>
        <p:spPr>
          <a:xfrm>
            <a:off x="7715250" y="2486026"/>
            <a:ext cx="2952750" cy="4371975"/>
          </a:xfrm>
          <a:prstGeom prst="rect">
            <a:avLst/>
          </a:prstGeom>
          <a:noFill/>
          <a:ln>
            <a:noFill/>
          </a:ln>
        </p:spPr>
      </p:pic>
      <p:sp>
        <p:nvSpPr>
          <p:cNvPr id="11" name="文本框 10">
            <a:extLst>
              <a:ext uri="{FF2B5EF4-FFF2-40B4-BE49-F238E27FC236}">
                <a16:creationId xmlns:a16="http://schemas.microsoft.com/office/drawing/2014/main" id="{0C1765A3-DDEB-4614-B683-E19683B1E4B3}"/>
              </a:ext>
            </a:extLst>
          </p:cNvPr>
          <p:cNvSpPr txBox="1"/>
          <p:nvPr/>
        </p:nvSpPr>
        <p:spPr>
          <a:xfrm>
            <a:off x="2351584" y="2420888"/>
            <a:ext cx="6094878" cy="830997"/>
          </a:xfrm>
          <a:prstGeom prst="rect">
            <a:avLst/>
          </a:prstGeom>
          <a:noFill/>
        </p:spPr>
        <p:txBody>
          <a:bodyPr wrap="square">
            <a:spAutoFit/>
          </a:bodyPr>
          <a:lstStyle/>
          <a:p>
            <a:pPr lvl="0" algn="ctr" eaLnBrk="1" hangingPunct="1">
              <a:buFontTx/>
              <a:buNone/>
            </a:pPr>
            <a:r>
              <a:rPr lang="zh-CN" altLang="en-US" sz="4800" b="1" dirty="0">
                <a:solidFill>
                  <a:srgbClr val="FF0066"/>
                </a:solidFill>
                <a:effectLst>
                  <a:outerShdw blurRad="38100" dist="38100" dir="2700000" algn="tl">
                    <a:srgbClr val="C0C0C0"/>
                  </a:outerShdw>
                </a:effectLst>
              </a:rPr>
              <a:t>3.1  点对点传输网络</a:t>
            </a:r>
          </a:p>
        </p:txBody>
      </p:sp>
    </p:spTree>
  </p:cSld>
  <p:clrMapOvr>
    <a:masterClrMapping/>
  </p:clrMapOvr>
  <p:transition spd="slow">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6"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3.1  </a:t>
            </a:r>
            <a:r>
              <a:rPr lang="zh-CN" altLang="en-US"/>
              <a:t>点对点传输网络</a:t>
            </a:r>
          </a:p>
        </p:txBody>
      </p:sp>
      <p:sp>
        <p:nvSpPr>
          <p:cNvPr id="1048607" name="Rectangle 3"/>
          <p:cNvSpPr>
            <a:spLocks noGrp="1"/>
          </p:cNvSpPr>
          <p:nvPr>
            <p:ph idx="1"/>
          </p:nvPr>
        </p:nvSpPr>
        <p:spPr>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4"/>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5"/>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5"/>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5"/>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buFontTx/>
              <a:buNone/>
            </a:pPr>
            <a:r>
              <a:rPr lang="en-US" altLang="zh-CN" sz="3200" b="1" dirty="0">
                <a:solidFill>
                  <a:srgbClr val="0000FF"/>
                </a:solidFill>
              </a:rPr>
              <a:t>3.1.1  </a:t>
            </a:r>
            <a:r>
              <a:rPr lang="zh-CN" altLang="en-US" sz="3200" b="1" dirty="0">
                <a:solidFill>
                  <a:srgbClr val="0000FF"/>
                </a:solidFill>
              </a:rPr>
              <a:t>点对点传输特征</a:t>
            </a:r>
          </a:p>
          <a:p>
            <a:pPr lvl="0" eaLnBrk="1" hangingPunct="1"/>
            <a:r>
              <a:rPr lang="zh-CN" altLang="en-US" dirty="0"/>
              <a:t>网络通信方式：</a:t>
            </a:r>
          </a:p>
          <a:p>
            <a:pPr lvl="1" eaLnBrk="1" hangingPunct="1"/>
            <a:r>
              <a:rPr lang="en-US" altLang="zh-CN" dirty="0" err="1"/>
              <a:t>点对点</a:t>
            </a:r>
            <a:endParaRPr lang="en-US" altLang="zh-CN" dirty="0"/>
          </a:p>
          <a:p>
            <a:pPr lvl="1" eaLnBrk="1" hangingPunct="1"/>
            <a:r>
              <a:rPr lang="en-US" altLang="zh-CN" dirty="0" err="1"/>
              <a:t>点对多点</a:t>
            </a:r>
            <a:r>
              <a:rPr lang="en-US" altLang="zh-CN" dirty="0"/>
              <a:t>(</a:t>
            </a:r>
            <a:r>
              <a:rPr lang="zh-CN" altLang="en-US" dirty="0"/>
              <a:t>广播</a:t>
            </a:r>
            <a:r>
              <a:rPr lang="en-US" altLang="zh-CN" dirty="0"/>
              <a:t>) </a:t>
            </a:r>
          </a:p>
          <a:p>
            <a:pPr lvl="1" eaLnBrk="1" hangingPunct="1"/>
            <a:endParaRPr lang="en-US" altLang="zh-CN" dirty="0"/>
          </a:p>
          <a:p>
            <a:pPr lvl="0" eaLnBrk="1" hangingPunct="1"/>
            <a:r>
              <a:rPr lang="zh-CN" altLang="en-US" dirty="0">
                <a:solidFill>
                  <a:srgbClr val="FF0000"/>
                </a:solidFill>
                <a:effectLst>
                  <a:outerShdw blurRad="38100" dist="38100" dir="2700000" algn="tl">
                    <a:srgbClr val="C0C0C0"/>
                  </a:outerShdw>
                </a:effectLst>
              </a:rPr>
              <a:t>主机以点对点方式连接；</a:t>
            </a:r>
          </a:p>
          <a:p>
            <a:pPr lvl="0" eaLnBrk="1" hangingPunct="1"/>
            <a:r>
              <a:rPr lang="zh-CN" altLang="en-US" dirty="0"/>
              <a:t>主机通过单独的链路进行数据传输；</a:t>
            </a:r>
          </a:p>
          <a:p>
            <a:pPr lvl="0" eaLnBrk="1" hangingPunct="1"/>
            <a:r>
              <a:rPr lang="zh-CN" altLang="en-US" dirty="0"/>
              <a:t>两个节点之间可能会有多条单独的链路。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1"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3.1  </a:t>
            </a:r>
            <a:r>
              <a:rPr lang="zh-CN" altLang="en-US"/>
              <a:t>点对点传输网络</a:t>
            </a:r>
          </a:p>
        </p:txBody>
      </p:sp>
      <p:sp>
        <p:nvSpPr>
          <p:cNvPr id="1048612" name="Rectangle 3"/>
          <p:cNvSpPr>
            <a:spLocks noGrp="1"/>
          </p:cNvSpPr>
          <p:nvPr>
            <p:ph idx="1"/>
          </p:nvPr>
        </p:nvSpPr>
        <p:spPr>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a:t>点对点网络结构：</a:t>
            </a:r>
          </a:p>
          <a:p>
            <a:pPr lvl="1" eaLnBrk="1" hangingPunct="1"/>
            <a:r>
              <a:rPr lang="en-US" altLang="zh-CN"/>
              <a:t>点对点形、链路形、环形、网状形等</a:t>
            </a:r>
          </a:p>
          <a:p>
            <a:pPr lvl="1" eaLnBrk="1" hangingPunct="1"/>
            <a:endParaRPr lang="zh-CN" altLang="en-US"/>
          </a:p>
          <a:p>
            <a:pPr lvl="0" eaLnBrk="1" hangingPunct="1"/>
            <a:r>
              <a:rPr lang="zh-CN" altLang="en-US"/>
              <a:t>点对点网络主要用于</a:t>
            </a:r>
            <a:r>
              <a:rPr lang="zh-CN" altLang="en-US">
                <a:solidFill>
                  <a:srgbClr val="FF0000"/>
                </a:solidFill>
                <a:effectLst>
                  <a:outerShdw blurRad="38100" dist="38100" dir="2700000" algn="tl">
                    <a:srgbClr val="C0C0C0"/>
                  </a:outerShdw>
                </a:effectLst>
              </a:rPr>
              <a:t>城域网</a:t>
            </a:r>
            <a:r>
              <a:rPr lang="zh-CN" altLang="en-US"/>
              <a:t>和</a:t>
            </a:r>
            <a:r>
              <a:rPr lang="en-US" altLang="zh-CN">
                <a:solidFill>
                  <a:srgbClr val="FF0000"/>
                </a:solidFill>
                <a:effectLst>
                  <a:outerShdw blurRad="38100" dist="38100" dir="2700000" algn="tl">
                    <a:srgbClr val="C0C0C0"/>
                  </a:outerShdw>
                </a:effectLst>
              </a:rPr>
              <a:t>广域网。</a:t>
            </a:r>
          </a:p>
          <a:p>
            <a:pPr lvl="0" eaLnBrk="1" hangingPunct="1"/>
            <a:endParaRPr lang="en-US" altLang="zh-CN">
              <a:solidFill>
                <a:srgbClr val="FF0000"/>
              </a:solidFill>
              <a:effectLst>
                <a:outerShdw blurRad="38100" dist="38100" dir="2700000" algn="tl">
                  <a:srgbClr val="C0C0C0"/>
                </a:outerShdw>
              </a:effectLst>
            </a:endParaRPr>
          </a:p>
          <a:p>
            <a:pPr lvl="0"/>
            <a:r>
              <a:rPr lang="zh-CN" altLang="zh-CN"/>
              <a:t>端到端传输模式</a:t>
            </a:r>
          </a:p>
          <a:p>
            <a:pPr lvl="1"/>
            <a:r>
              <a:rPr lang="zh-CN" altLang="zh-CN"/>
              <a:t>端到端是指跨越多个中间节点的</a:t>
            </a:r>
            <a:r>
              <a:rPr lang="zh-CN" altLang="zh-CN" b="1">
                <a:solidFill>
                  <a:srgbClr val="FF0000"/>
                </a:solidFill>
                <a:effectLst>
                  <a:outerShdw blurRad="38100" dist="38100" dir="2700000" algn="tl">
                    <a:srgbClr val="C0C0C0"/>
                  </a:outerShdw>
                </a:effectLst>
              </a:rPr>
              <a:t>逻辑链路</a:t>
            </a:r>
            <a:r>
              <a:rPr lang="zh-CN" altLang="zh-CN"/>
              <a:t>。</a:t>
            </a:r>
          </a:p>
        </p:txBody>
      </p:sp>
      <p:pic>
        <p:nvPicPr>
          <p:cNvPr id="2097154" name="图片 2"/>
          <p:cNvPicPr>
            <a:picLocks/>
          </p:cNvPicPr>
          <p:nvPr/>
        </p:nvPicPr>
        <p:blipFill>
          <a:blip r:embed="rId5"/>
          <a:srcRect/>
          <a:stretch>
            <a:fillRect/>
          </a:stretch>
        </p:blipFill>
        <p:spPr>
          <a:xfrm>
            <a:off x="1991544" y="5085184"/>
            <a:ext cx="7967662" cy="15970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5" name="Picture 4" descr="图03-01 点对点网络系统示意图"/>
          <p:cNvPicPr>
            <a:picLocks/>
          </p:cNvPicPr>
          <p:nvPr/>
        </p:nvPicPr>
        <p:blipFill>
          <a:blip r:embed="rId3"/>
          <a:srcRect/>
          <a:stretch>
            <a:fillRect/>
          </a:stretch>
        </p:blipFill>
        <p:spPr>
          <a:xfrm>
            <a:off x="1758156" y="2420888"/>
            <a:ext cx="8675688" cy="3479800"/>
          </a:xfrm>
          <a:prstGeom prst="rect">
            <a:avLst/>
          </a:prstGeom>
          <a:noFill/>
          <a:ln>
            <a:noFill/>
          </a:ln>
        </p:spPr>
      </p:pic>
      <p:sp>
        <p:nvSpPr>
          <p:cNvPr id="1048616"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dirty="0"/>
              <a:t>3.1  </a:t>
            </a:r>
            <a:r>
              <a:rPr lang="zh-CN" altLang="en-US" dirty="0"/>
              <a:t>点对点传输网络</a:t>
            </a:r>
          </a:p>
        </p:txBody>
      </p:sp>
      <p:sp>
        <p:nvSpPr>
          <p:cNvPr id="1048617" name="Rectangle 3"/>
          <p:cNvSpPr>
            <a:spLocks noGrp="1"/>
          </p:cNvSpPr>
          <p:nvPr>
            <p:ph idx="1"/>
          </p:nvPr>
        </p:nvSpPr>
        <p:spPr>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4"/>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5"/>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6"/>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6"/>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6"/>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点对点传输示意图</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1"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3.1  </a:t>
            </a:r>
            <a:r>
              <a:rPr lang="zh-CN" altLang="en-US"/>
              <a:t>点对点传输网络</a:t>
            </a:r>
          </a:p>
        </p:txBody>
      </p:sp>
      <p:sp>
        <p:nvSpPr>
          <p:cNvPr id="1048622" name="Rectangle 3"/>
          <p:cNvSpPr>
            <a:spLocks noGrp="1"/>
          </p:cNvSpPr>
          <p:nvPr>
            <p:ph idx="1"/>
          </p:nvPr>
        </p:nvSpPr>
        <p:spPr>
          <a:xfrm>
            <a:off x="829199" y="1484784"/>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4"/>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5"/>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5"/>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5"/>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点对点优点：</a:t>
            </a:r>
          </a:p>
          <a:p>
            <a:pPr lvl="1" eaLnBrk="1" hangingPunct="1"/>
            <a:r>
              <a:rPr lang="en-US" altLang="zh-CN" dirty="0" err="1"/>
              <a:t>网络性能不会随数据流量加大而降低</a:t>
            </a:r>
            <a:r>
              <a:rPr lang="en-US" altLang="zh-CN" dirty="0"/>
              <a:t>。</a:t>
            </a:r>
          </a:p>
          <a:p>
            <a:pPr lvl="1" eaLnBrk="1" hangingPunct="1"/>
            <a:endParaRPr lang="zh-CN" altLang="en-US" dirty="0"/>
          </a:p>
          <a:p>
            <a:pPr lvl="0" eaLnBrk="1" hangingPunct="1"/>
            <a:r>
              <a:rPr lang="zh-CN" altLang="en-US" dirty="0"/>
              <a:t>点对点缺点：</a:t>
            </a:r>
          </a:p>
          <a:p>
            <a:pPr lvl="1" eaLnBrk="1" hangingPunct="1"/>
            <a:r>
              <a:rPr lang="zh-CN" altLang="en-US" dirty="0"/>
              <a:t>网络中任意两个节点通信时，如果它们之间的中间节点较多，就需要经过多跳后才能到达，这加大了网络传输时延。</a:t>
            </a:r>
          </a:p>
        </p:txBody>
      </p:sp>
      <p:pic>
        <p:nvPicPr>
          <p:cNvPr id="2097156" name="图片 5"/>
          <p:cNvPicPr>
            <a:picLocks/>
          </p:cNvPicPr>
          <p:nvPr/>
        </p:nvPicPr>
        <p:blipFill>
          <a:blip r:embed="rId6"/>
          <a:srcRect/>
          <a:stretch>
            <a:fillRect/>
          </a:stretch>
        </p:blipFill>
        <p:spPr>
          <a:xfrm>
            <a:off x="2495600" y="4570413"/>
            <a:ext cx="6769100" cy="192246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6"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3.1  </a:t>
            </a:r>
            <a:r>
              <a:rPr lang="zh-CN" altLang="en-US"/>
              <a:t>点对点传输网络</a:t>
            </a:r>
          </a:p>
        </p:txBody>
      </p:sp>
      <p:sp>
        <p:nvSpPr>
          <p:cNvPr id="1048627" name="Rectangle 3"/>
          <p:cNvSpPr>
            <a:spLocks noGrp="1"/>
          </p:cNvSpPr>
          <p:nvPr>
            <p:ph idx="1"/>
          </p:nvPr>
        </p:nvSpPr>
        <p:spPr>
          <a:prstGeom prst="rect">
            <a:avLst/>
          </a:prstGeom>
          <a:noFill/>
          <a:ln>
            <a:noFill/>
          </a:ln>
        </p:spPr>
        <p:txBody>
          <a:bodyPr vert="horz" lIns="91440" tIns="45720" rIns="91440" bIns="45720" rtlCol="0" anchor="t">
            <a:normAutofit lnSpcReduction="10000"/>
          </a:bodyPr>
          <a:lstStyle>
            <a:lvl1pPr marL="342900" indent="-34290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4"/>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5"/>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5"/>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5"/>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广播式传输是所有节点</a:t>
            </a:r>
            <a:r>
              <a:rPr lang="zh-CN" altLang="en-US" dirty="0">
                <a:solidFill>
                  <a:srgbClr val="FF0000"/>
                </a:solidFill>
                <a:effectLst>
                  <a:outerShdw blurRad="38100" dist="38100" dir="2700000" algn="tl">
                    <a:srgbClr val="C0C0C0"/>
                  </a:outerShdw>
                </a:effectLst>
              </a:rPr>
              <a:t>共享一条信道</a:t>
            </a:r>
            <a:r>
              <a:rPr lang="en-US" altLang="zh-CN" dirty="0"/>
              <a:t>。</a:t>
            </a:r>
          </a:p>
          <a:p>
            <a:pPr lvl="1" eaLnBrk="1" hangingPunct="1"/>
            <a:r>
              <a:rPr lang="zh-CN" altLang="en-US" dirty="0">
                <a:solidFill>
                  <a:srgbClr val="FF0000"/>
                </a:solidFill>
                <a:effectLst>
                  <a:outerShdw blurRad="38100" dist="38100" dir="2700000" algn="tl">
                    <a:srgbClr val="C0C0C0"/>
                  </a:outerShdw>
                </a:effectLst>
              </a:rPr>
              <a:t>广播传输广泛用于局域网</a:t>
            </a:r>
            <a:r>
              <a:rPr lang="en-US" altLang="zh-CN" dirty="0" err="1"/>
              <a:t>通信</a:t>
            </a:r>
            <a:r>
              <a:rPr lang="en-US" altLang="zh-CN" dirty="0"/>
              <a:t>。</a:t>
            </a:r>
          </a:p>
          <a:p>
            <a:pPr lvl="1" eaLnBrk="1" hangingPunct="1"/>
            <a:endParaRPr lang="zh-CN" altLang="en-US" dirty="0"/>
          </a:p>
          <a:p>
            <a:pPr lvl="0" eaLnBrk="1" hangingPunct="1"/>
            <a:r>
              <a:rPr lang="zh-CN" altLang="en-US" dirty="0"/>
              <a:t>广播式网络拓扑结构：</a:t>
            </a:r>
          </a:p>
          <a:p>
            <a:pPr lvl="1" eaLnBrk="1" hangingPunct="1"/>
            <a:r>
              <a:rPr lang="zh-CN" altLang="en-US" dirty="0"/>
              <a:t>星形网、总线网、蜂窝网等。</a:t>
            </a:r>
          </a:p>
          <a:p>
            <a:pPr lvl="0" eaLnBrk="1" hangingPunct="1"/>
            <a:endParaRPr lang="en-US" altLang="zh-CN" dirty="0"/>
          </a:p>
          <a:p>
            <a:pPr lvl="0" eaLnBrk="1" hangingPunct="1"/>
            <a:r>
              <a:rPr lang="zh-CN" altLang="en-US" dirty="0"/>
              <a:t>广播传输优点：</a:t>
            </a:r>
          </a:p>
          <a:p>
            <a:pPr lvl="1" eaLnBrk="1" hangingPunct="1"/>
            <a:r>
              <a:rPr lang="en-US" altLang="zh-CN" dirty="0"/>
              <a:t>一个网段内，两个节点间的通信只需要2</a:t>
            </a:r>
            <a:r>
              <a:rPr lang="zh-CN" altLang="en-US" dirty="0"/>
              <a:t>跳</a:t>
            </a:r>
          </a:p>
          <a:p>
            <a:pPr lvl="0" eaLnBrk="1" hangingPunct="1"/>
            <a:r>
              <a:rPr lang="zh-CN" altLang="en-US" dirty="0"/>
              <a:t>广播传输缺点</a:t>
            </a:r>
            <a:r>
              <a:rPr lang="zh-CN" altLang="en-US" b="1" dirty="0"/>
              <a:t>：</a:t>
            </a:r>
          </a:p>
          <a:p>
            <a:pPr lvl="1" eaLnBrk="1" hangingPunct="1"/>
            <a:r>
              <a:rPr lang="zh-CN" altLang="en-US" dirty="0"/>
              <a:t>网络流量很大时，容易导致网络性能下降。</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7" name="Picture 4" descr="WL12"/>
          <p:cNvPicPr>
            <a:picLocks/>
          </p:cNvPicPr>
          <p:nvPr/>
        </p:nvPicPr>
        <p:blipFill>
          <a:blip r:embed="rId2"/>
          <a:srcRect/>
          <a:stretch>
            <a:fillRect/>
          </a:stretch>
        </p:blipFill>
        <p:spPr>
          <a:xfrm>
            <a:off x="3791744" y="1268760"/>
            <a:ext cx="6985000" cy="5124450"/>
          </a:xfrm>
          <a:prstGeom prst="rect">
            <a:avLst/>
          </a:prstGeom>
          <a:noFill/>
          <a:ln>
            <a:noFill/>
          </a:ln>
        </p:spPr>
      </p:pic>
      <p:sp>
        <p:nvSpPr>
          <p:cNvPr id="1048631"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3.1  </a:t>
            </a:r>
            <a:r>
              <a:rPr lang="zh-CN" altLang="en-US"/>
              <a:t>点对点传输网络</a:t>
            </a:r>
          </a:p>
        </p:txBody>
      </p:sp>
      <p:sp>
        <p:nvSpPr>
          <p:cNvPr id="1048632" name="Rectangle 3"/>
          <p:cNvSpPr>
            <a:spLocks noGrp="1"/>
          </p:cNvSpPr>
          <p:nvPr>
            <p:ph idx="1"/>
          </p:nvPr>
        </p:nvSpPr>
        <p:spPr>
          <a:xfrm>
            <a:off x="838200" y="1484784"/>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4"/>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5"/>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5"/>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5"/>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en-US" altLang="zh-CN" dirty="0"/>
              <a:t>[</a:t>
            </a:r>
            <a:r>
              <a:rPr lang="zh-CN" altLang="en-US" dirty="0"/>
              <a:t>案例</a:t>
            </a:r>
            <a:r>
              <a:rPr lang="en-US" altLang="zh-CN" dirty="0"/>
              <a:t>] </a:t>
            </a:r>
            <a:r>
              <a:rPr lang="zh-CN" altLang="en-US" dirty="0"/>
              <a:t>卫星通信广播网络</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6"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3.1  </a:t>
            </a:r>
            <a:r>
              <a:rPr lang="zh-CN" altLang="en-US"/>
              <a:t>点对点传输网络</a:t>
            </a:r>
          </a:p>
        </p:txBody>
      </p:sp>
      <p:sp>
        <p:nvSpPr>
          <p:cNvPr id="1048637" name="Rectangle 3"/>
          <p:cNvSpPr>
            <a:spLocks noGrp="1"/>
          </p:cNvSpPr>
          <p:nvPr>
            <p:ph idx="1"/>
          </p:nvPr>
        </p:nvSpPr>
        <p:spPr>
          <a:xfrm>
            <a:off x="1127448" y="1486247"/>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广播网络没有用于广域网的原因：</a:t>
            </a:r>
          </a:p>
          <a:p>
            <a:pPr lvl="1" eaLnBrk="1" hangingPunct="1"/>
            <a:r>
              <a:rPr lang="zh-CN" altLang="en-US" dirty="0"/>
              <a:t>主机协调通信需要占用大量的通信资源；</a:t>
            </a:r>
          </a:p>
          <a:p>
            <a:pPr lvl="1" eaLnBrk="1" hangingPunct="1"/>
            <a:r>
              <a:rPr lang="zh-CN" altLang="en-US" dirty="0"/>
              <a:t>主机长距离通信会带来较大的信号延迟；</a:t>
            </a:r>
          </a:p>
          <a:p>
            <a:pPr lvl="1" eaLnBrk="1" hangingPunct="1"/>
            <a:r>
              <a:rPr lang="zh-CN" altLang="en-US" dirty="0"/>
              <a:t>长距离高带宽的信道非常昂贵。</a:t>
            </a:r>
          </a:p>
        </p:txBody>
      </p:sp>
      <p:pic>
        <p:nvPicPr>
          <p:cNvPr id="2097158" name="图片 1"/>
          <p:cNvPicPr>
            <a:picLocks/>
          </p:cNvPicPr>
          <p:nvPr/>
        </p:nvPicPr>
        <p:blipFill>
          <a:blip r:embed="rId5"/>
          <a:srcRect/>
          <a:stretch>
            <a:fillRect/>
          </a:stretch>
        </p:blipFill>
        <p:spPr>
          <a:xfrm>
            <a:off x="2495600" y="3717032"/>
            <a:ext cx="7400925" cy="19145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1" name="Rectangle 2"/>
          <p:cNvSpPr>
            <a:spLocks noGrp="1"/>
          </p:cNvSpPr>
          <p:nvPr>
            <p:ph type="title"/>
          </p:nvPr>
        </p:nvSpPr>
        <p:spPr>
          <a:xfrm>
            <a:off x="551384" y="765175"/>
            <a:ext cx="8640233" cy="576263"/>
          </a:xfrm>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dirty="0"/>
              <a:t>3.1  </a:t>
            </a:r>
            <a:r>
              <a:rPr lang="zh-CN" altLang="en-US" dirty="0"/>
              <a:t>点对点传输网络</a:t>
            </a:r>
          </a:p>
        </p:txBody>
      </p:sp>
      <p:sp>
        <p:nvSpPr>
          <p:cNvPr id="1048642" name="Rectangle 3"/>
          <p:cNvSpPr>
            <a:spLocks noGrp="1"/>
          </p:cNvSpPr>
          <p:nvPr>
            <p:ph type="body" sz="half" idx="1"/>
          </p:nvPr>
        </p:nvSpPr>
        <p:spPr>
          <a:xfrm>
            <a:off x="802923" y="1521458"/>
            <a:ext cx="8137153" cy="431378"/>
          </a:xfrm>
          <a:prstGeom prst="rect">
            <a:avLst/>
          </a:prstGeom>
          <a:noFill/>
          <a:ln>
            <a:noFill/>
          </a:ln>
        </p:spPr>
        <p:txBody>
          <a:bodyPr vert="horz" lIns="91440" tIns="45720" rIns="91440" bIns="45720" rtlCol="0" anchor="t">
            <a:normAutofit fontScale="92500" lnSpcReduction="10000"/>
          </a:bodyPr>
          <a:lstStyle>
            <a:lvl1pPr marL="342900" indent="-342900">
              <a:lnSpc>
                <a:spcPct val="90000"/>
              </a:lnSpc>
              <a:spcBef>
                <a:spcPct val="0"/>
              </a:spcBef>
              <a:spcAft>
                <a:spcPct val="20000"/>
              </a:spcAft>
              <a:buBlip>
                <a:blip r:embed="rId2"/>
              </a:buBlip>
              <a:defRPr sz="2400">
                <a:solidFill>
                  <a:srgbClr val="000099"/>
                </a:solidFill>
              </a:defRPr>
            </a:lvl1pPr>
            <a:lvl2pPr marL="742950" indent="-285750">
              <a:lnSpc>
                <a:spcPct val="90000"/>
              </a:lnSpc>
              <a:spcBef>
                <a:spcPct val="0"/>
              </a:spcBef>
              <a:spcAft>
                <a:spcPct val="20000"/>
              </a:spcAft>
              <a:buBlip>
                <a:blip r:embed="rId3"/>
              </a:buBlip>
              <a:defRPr sz="2400">
                <a:solidFill>
                  <a:srgbClr val="000099"/>
                </a:solidFill>
              </a:defRPr>
            </a:lvl2pPr>
            <a:lvl3pPr marL="1143000" indent="-228600">
              <a:lnSpc>
                <a:spcPct val="90000"/>
              </a:lnSpc>
              <a:spcBef>
                <a:spcPct val="0"/>
              </a:spcBef>
              <a:spcAft>
                <a:spcPct val="20000"/>
              </a:spcAft>
              <a:buBlip>
                <a:blip r:embed="rId4"/>
              </a:buBlip>
              <a:defRPr sz="2000">
                <a:solidFill>
                  <a:srgbClr val="008000"/>
                </a:solidFill>
              </a:defRPr>
            </a:lvl3pPr>
            <a:lvl4pPr marL="1600200" indent="-228600">
              <a:lnSpc>
                <a:spcPct val="90000"/>
              </a:lnSpc>
              <a:spcBef>
                <a:spcPct val="0"/>
              </a:spcBef>
              <a:spcAft>
                <a:spcPct val="20000"/>
              </a:spcAft>
              <a:buBlip>
                <a:blip r:embed="rId4"/>
              </a:buBlip>
              <a:defRPr sz="1800">
                <a:solidFill>
                  <a:srgbClr val="800000"/>
                </a:solidFill>
              </a:defRPr>
            </a:lvl4pPr>
            <a:lvl5pPr marL="2057400" indent="-228600">
              <a:lnSpc>
                <a:spcPct val="90000"/>
              </a:lnSpc>
              <a:spcBef>
                <a:spcPct val="0"/>
              </a:spcBef>
              <a:spcAft>
                <a:spcPct val="20000"/>
              </a:spcAft>
              <a:buBlip>
                <a:blip r:embed="rId4"/>
              </a:buBlip>
              <a:defRPr sz="1600">
                <a:solidFill>
                  <a:srgbClr val="003399"/>
                </a:solidFill>
              </a:defRPr>
            </a:lvl5pPr>
          </a:lstStyle>
          <a:p>
            <a:pPr lvl="0" eaLnBrk="1" hangingPunct="1"/>
            <a:r>
              <a:rPr lang="zh-CN" altLang="en-US" sz="2800" dirty="0"/>
              <a:t>各种拓扑结构的分类与工作方式</a:t>
            </a:r>
            <a:r>
              <a:rPr lang="zh-CN" altLang="en-US" dirty="0"/>
              <a:t> </a:t>
            </a:r>
            <a:r>
              <a:rPr lang="zh-CN" altLang="en-US" b="1" dirty="0"/>
              <a:t>	</a:t>
            </a:r>
          </a:p>
        </p:txBody>
      </p:sp>
      <p:graphicFrame>
        <p:nvGraphicFramePr>
          <p:cNvPr id="4194304" name="表格 4194303"/>
          <p:cNvGraphicFramePr>
            <a:graphicFrameLocks/>
          </p:cNvGraphicFramePr>
          <p:nvPr>
            <p:extLst>
              <p:ext uri="{D42A27DB-BD31-4B8C-83A1-F6EECF244321}">
                <p14:modId xmlns:p14="http://schemas.microsoft.com/office/powerpoint/2010/main" val="3237880744"/>
              </p:ext>
            </p:extLst>
          </p:nvPr>
        </p:nvGraphicFramePr>
        <p:xfrm>
          <a:off x="1127448" y="2132856"/>
          <a:ext cx="10369153" cy="4249733"/>
        </p:xfrm>
        <a:graphic>
          <a:graphicData uri="http://schemas.openxmlformats.org/drawingml/2006/table">
            <a:tbl>
              <a:tblPr/>
              <a:tblGrid>
                <a:gridCol w="1750837">
                  <a:extLst>
                    <a:ext uri="{9D8B030D-6E8A-4147-A177-3AD203B41FA5}">
                      <a16:colId xmlns:a16="http://schemas.microsoft.com/office/drawing/2014/main" val="20000"/>
                    </a:ext>
                  </a:extLst>
                </a:gridCol>
                <a:gridCol w="2274680">
                  <a:extLst>
                    <a:ext uri="{9D8B030D-6E8A-4147-A177-3AD203B41FA5}">
                      <a16:colId xmlns:a16="http://schemas.microsoft.com/office/drawing/2014/main" val="20001"/>
                    </a:ext>
                  </a:extLst>
                </a:gridCol>
                <a:gridCol w="2101040">
                  <a:extLst>
                    <a:ext uri="{9D8B030D-6E8A-4147-A177-3AD203B41FA5}">
                      <a16:colId xmlns:a16="http://schemas.microsoft.com/office/drawing/2014/main" val="20002"/>
                    </a:ext>
                  </a:extLst>
                </a:gridCol>
                <a:gridCol w="1487513">
                  <a:extLst>
                    <a:ext uri="{9D8B030D-6E8A-4147-A177-3AD203B41FA5}">
                      <a16:colId xmlns:a16="http://schemas.microsoft.com/office/drawing/2014/main" val="20003"/>
                    </a:ext>
                  </a:extLst>
                </a:gridCol>
                <a:gridCol w="1487513">
                  <a:extLst>
                    <a:ext uri="{9D8B030D-6E8A-4147-A177-3AD203B41FA5}">
                      <a16:colId xmlns:a16="http://schemas.microsoft.com/office/drawing/2014/main" val="20004"/>
                    </a:ext>
                  </a:extLst>
                </a:gridCol>
                <a:gridCol w="1267570">
                  <a:extLst>
                    <a:ext uri="{9D8B030D-6E8A-4147-A177-3AD203B41FA5}">
                      <a16:colId xmlns:a16="http://schemas.microsoft.com/office/drawing/2014/main" val="20005"/>
                    </a:ext>
                  </a:extLst>
                </a:gridCol>
              </a:tblGrid>
              <a:tr h="608012">
                <a:tc>
                  <a:txBody>
                    <a:bodyPr/>
                    <a:lstStyle/>
                    <a:p>
                      <a:pPr lvl="0" algn="l" eaLnBrk="1" hangingPunct="1"/>
                      <a:r>
                        <a:rPr lang="zh-CN" altLang="en-US" sz="1800" b="1">
                          <a:solidFill>
                            <a:srgbClr val="000099"/>
                          </a:solidFill>
                          <a:ea typeface="黑体" pitchFamily="49" charset="-122"/>
                        </a:rPr>
                        <a:t>网络类型</a:t>
                      </a:r>
                    </a:p>
                  </a:txBody>
                  <a:tcPr>
                    <a:lnL w="12700" cap="flat" cmpd="sng">
                      <a:solidFill>
                        <a:srgbClr val="000000">
                          <a:alpha val="100000"/>
                        </a:srgbClr>
                      </a:solidFill>
                      <a:prstDash val="solid"/>
                      <a:round/>
                    </a:lnL>
                    <a:lnR w="12700" cap="flat" cmpd="sng">
                      <a:solidFill>
                        <a:srgbClr val="000000">
                          <a:alpha val="100000"/>
                        </a:srgbClr>
                      </a:solidFill>
                      <a:prstDash val="solid"/>
                      <a:round/>
                      <a:tailEnd type="triangle" w="med" len="med"/>
                    </a:lnR>
                    <a:lnT w="12700" cap="flat" cmpd="sng">
                      <a:solidFill>
                        <a:srgbClr val="000000">
                          <a:alpha val="100000"/>
                        </a:srgbClr>
                      </a:solidFill>
                      <a:prstDash val="solid"/>
                      <a:round/>
                    </a:lnT>
                    <a:lnB w="12700" cap="flat" cmpd="sng">
                      <a:solidFill>
                        <a:srgbClr val="000000">
                          <a:alpha val="100000"/>
                        </a:srgbClr>
                      </a:solidFill>
                      <a:prstDash val="solid"/>
                      <a:round/>
                      <a:tailEnd type="triangle" w="med" len="med"/>
                    </a:lnB>
                    <a:noFill/>
                  </a:tcPr>
                </a:tc>
                <a:tc>
                  <a:txBody>
                    <a:bodyPr/>
                    <a:lstStyle/>
                    <a:p>
                      <a:pPr lvl="0" algn="l" eaLnBrk="1" hangingPunct="1"/>
                      <a:r>
                        <a:rPr lang="zh-CN" altLang="en-US" sz="1800" b="1">
                          <a:solidFill>
                            <a:srgbClr val="000099"/>
                          </a:solidFill>
                          <a:ea typeface="黑体" pitchFamily="49" charset="-122"/>
                        </a:rPr>
                        <a:t>拓扑结构类型</a:t>
                      </a:r>
                    </a:p>
                  </a:txBody>
                  <a:tcPr>
                    <a:lnL w="12700" cap="flat" cmpd="sng">
                      <a:solidFill>
                        <a:srgbClr val="000000">
                          <a:alpha val="100000"/>
                        </a:srgbClr>
                      </a:solidFill>
                      <a:prstDash val="solid"/>
                      <a:round/>
                      <a:tailEnd type="triangle" w="med" len="med"/>
                    </a:lnL>
                    <a:lnR w="12700" cap="flat" cmpd="sng">
                      <a:solidFill>
                        <a:srgbClr val="000000">
                          <a:alpha val="100000"/>
                        </a:srgbClr>
                      </a:solidFill>
                      <a:prstDash val="solid"/>
                      <a:round/>
                      <a:tailEnd type="triangle" w="med" len="med"/>
                    </a:lnR>
                    <a:lnT w="12700" cap="flat" cmpd="sng">
                      <a:solidFill>
                        <a:srgbClr val="000000">
                          <a:alpha val="100000"/>
                        </a:srgbClr>
                      </a:solidFill>
                      <a:prstDash val="solid"/>
                      <a:round/>
                    </a:lnT>
                    <a:lnB w="12700" cap="flat" cmpd="sng">
                      <a:solidFill>
                        <a:srgbClr val="000000">
                          <a:alpha val="100000"/>
                        </a:srgbClr>
                      </a:solidFill>
                      <a:prstDash val="solid"/>
                      <a:round/>
                      <a:tailEnd type="triangle" w="med" len="med"/>
                    </a:lnB>
                    <a:noFill/>
                  </a:tcPr>
                </a:tc>
                <a:tc>
                  <a:txBody>
                    <a:bodyPr/>
                    <a:lstStyle/>
                    <a:p>
                      <a:pPr lvl="0" algn="l" eaLnBrk="1" hangingPunct="1"/>
                      <a:r>
                        <a:rPr lang="zh-CN" altLang="en-US" sz="1800" b="1">
                          <a:solidFill>
                            <a:srgbClr val="000099"/>
                          </a:solidFill>
                          <a:ea typeface="黑体" pitchFamily="49" charset="-122"/>
                        </a:rPr>
                        <a:t>主要应用</a:t>
                      </a:r>
                    </a:p>
                  </a:txBody>
                  <a:tcPr>
                    <a:lnL w="12700" cap="flat" cmpd="sng">
                      <a:solidFill>
                        <a:srgbClr val="000000">
                          <a:alpha val="100000"/>
                        </a:srgbClr>
                      </a:solidFill>
                      <a:prstDash val="solid"/>
                      <a:round/>
                      <a:tailEnd type="triangle" w="med" len="med"/>
                    </a:lnL>
                    <a:lnR w="12700" cap="flat" cmpd="sng">
                      <a:solidFill>
                        <a:srgbClr val="000000">
                          <a:alpha val="100000"/>
                        </a:srgbClr>
                      </a:solidFill>
                      <a:prstDash val="solid"/>
                      <a:round/>
                      <a:tailEnd type="triangle" w="med" len="med"/>
                    </a:lnR>
                    <a:lnT w="12700" cap="flat" cmpd="sng">
                      <a:solidFill>
                        <a:srgbClr val="000000">
                          <a:alpha val="100000"/>
                        </a:srgbClr>
                      </a:solidFill>
                      <a:prstDash val="solid"/>
                      <a:round/>
                    </a:lnT>
                    <a:lnB w="12700" cap="flat" cmpd="sng">
                      <a:solidFill>
                        <a:srgbClr val="000000">
                          <a:alpha val="100000"/>
                        </a:srgbClr>
                      </a:solidFill>
                      <a:prstDash val="solid"/>
                      <a:round/>
                      <a:tailEnd type="triangle" w="med" len="med"/>
                    </a:lnB>
                    <a:noFill/>
                  </a:tcPr>
                </a:tc>
                <a:tc>
                  <a:txBody>
                    <a:bodyPr/>
                    <a:lstStyle/>
                    <a:p>
                      <a:pPr lvl="0" algn="l" eaLnBrk="1" hangingPunct="1"/>
                      <a:r>
                        <a:rPr lang="zh-CN" altLang="en-US" sz="1800" b="1">
                          <a:solidFill>
                            <a:srgbClr val="000099"/>
                          </a:solidFill>
                          <a:ea typeface="黑体" pitchFamily="49" charset="-122"/>
                        </a:rPr>
                        <a:t>网络扩展</a:t>
                      </a:r>
                    </a:p>
                  </a:txBody>
                  <a:tcPr>
                    <a:lnL w="12700" cap="flat" cmpd="sng">
                      <a:solidFill>
                        <a:srgbClr val="000000">
                          <a:alpha val="100000"/>
                        </a:srgbClr>
                      </a:solidFill>
                      <a:prstDash val="solid"/>
                      <a:round/>
                      <a:tailEnd type="triangle" w="med" len="med"/>
                    </a:lnL>
                    <a:lnR w="12700" cap="flat" cmpd="sng">
                      <a:solidFill>
                        <a:srgbClr val="000000">
                          <a:alpha val="100000"/>
                        </a:srgbClr>
                      </a:solidFill>
                      <a:prstDash val="solid"/>
                      <a:round/>
                      <a:tailEnd type="triangle" w="med" len="med"/>
                    </a:lnR>
                    <a:lnT w="12700" cap="flat" cmpd="sng">
                      <a:solidFill>
                        <a:srgbClr val="000000">
                          <a:alpha val="100000"/>
                        </a:srgbClr>
                      </a:solidFill>
                      <a:prstDash val="solid"/>
                      <a:round/>
                    </a:lnT>
                    <a:lnB w="12700" cap="flat" cmpd="sng">
                      <a:solidFill>
                        <a:srgbClr val="000000">
                          <a:alpha val="100000"/>
                        </a:srgbClr>
                      </a:solidFill>
                      <a:prstDash val="solid"/>
                      <a:round/>
                      <a:tailEnd type="triangle" w="med" len="med"/>
                    </a:lnB>
                    <a:noFill/>
                  </a:tcPr>
                </a:tc>
                <a:tc>
                  <a:txBody>
                    <a:bodyPr/>
                    <a:lstStyle/>
                    <a:p>
                      <a:pPr lvl="0" algn="l" eaLnBrk="1" hangingPunct="1"/>
                      <a:r>
                        <a:rPr lang="zh-CN" altLang="en-US" sz="1800" b="1">
                          <a:solidFill>
                            <a:srgbClr val="000099"/>
                          </a:solidFill>
                          <a:ea typeface="黑体" pitchFamily="49" charset="-122"/>
                        </a:rPr>
                        <a:t>可靠性</a:t>
                      </a:r>
                    </a:p>
                  </a:txBody>
                  <a:tcPr>
                    <a:lnL w="12700" cap="flat" cmpd="sng">
                      <a:solidFill>
                        <a:srgbClr val="000000">
                          <a:alpha val="100000"/>
                        </a:srgbClr>
                      </a:solidFill>
                      <a:prstDash val="solid"/>
                      <a:round/>
                      <a:tailEnd type="triangle" w="med" len="med"/>
                    </a:lnL>
                    <a:lnR w="12700" cap="flat" cmpd="sng">
                      <a:solidFill>
                        <a:srgbClr val="000000">
                          <a:alpha val="100000"/>
                        </a:srgbClr>
                      </a:solidFill>
                      <a:prstDash val="solid"/>
                      <a:round/>
                      <a:tailEnd type="triangle" w="med" len="med"/>
                    </a:lnR>
                    <a:lnT w="12700" cap="flat" cmpd="sng">
                      <a:solidFill>
                        <a:srgbClr val="000000">
                          <a:alpha val="100000"/>
                        </a:srgbClr>
                      </a:solidFill>
                      <a:prstDash val="solid"/>
                      <a:round/>
                    </a:lnT>
                    <a:lnB w="12700" cap="flat" cmpd="sng">
                      <a:solidFill>
                        <a:srgbClr val="000000">
                          <a:alpha val="100000"/>
                        </a:srgbClr>
                      </a:solidFill>
                      <a:prstDash val="solid"/>
                      <a:round/>
                      <a:tailEnd type="triangle" w="med" len="med"/>
                    </a:lnB>
                    <a:noFill/>
                  </a:tcPr>
                </a:tc>
                <a:tc>
                  <a:txBody>
                    <a:bodyPr/>
                    <a:lstStyle/>
                    <a:p>
                      <a:pPr lvl="0" algn="l" eaLnBrk="1" hangingPunct="1"/>
                      <a:r>
                        <a:rPr lang="zh-CN" altLang="en-US" sz="1800" b="1">
                          <a:solidFill>
                            <a:srgbClr val="000099"/>
                          </a:solidFill>
                          <a:ea typeface="黑体" pitchFamily="49" charset="-122"/>
                        </a:rPr>
                        <a:t>投资</a:t>
                      </a:r>
                    </a:p>
                  </a:txBody>
                  <a:tcPr>
                    <a:lnL w="12700" cap="flat" cmpd="sng">
                      <a:solidFill>
                        <a:srgbClr val="000000">
                          <a:alpha val="100000"/>
                        </a:srgbClr>
                      </a:solidFill>
                      <a:prstDash val="solid"/>
                      <a:round/>
                      <a:tailEnd type="triangle" w="med" len="med"/>
                    </a:lnL>
                    <a:lnR w="12700" cap="flat" cmpd="sng">
                      <a:solidFill>
                        <a:srgbClr val="000000">
                          <a:alpha val="100000"/>
                        </a:srgbClr>
                      </a:solidFill>
                      <a:prstDash val="solid"/>
                      <a:round/>
                    </a:lnR>
                    <a:lnT w="12700" cap="flat" cmpd="sng">
                      <a:solidFill>
                        <a:srgbClr val="000000">
                          <a:alpha val="100000"/>
                        </a:srgbClr>
                      </a:solidFill>
                      <a:prstDash val="solid"/>
                      <a:round/>
                    </a:lnT>
                    <a:lnB w="12700" cap="flat" cmpd="sng">
                      <a:solidFill>
                        <a:srgbClr val="000000">
                          <a:alpha val="100000"/>
                        </a:srgbClr>
                      </a:solidFill>
                      <a:prstDash val="solid"/>
                      <a:round/>
                      <a:tailEnd type="triangle" w="med" len="med"/>
                    </a:lnB>
                    <a:noFill/>
                  </a:tcPr>
                </a:tc>
                <a:extLst>
                  <a:ext uri="{0D108BD9-81ED-4DB2-BD59-A6C34878D82A}">
                    <a16:rowId xmlns:a16="http://schemas.microsoft.com/office/drawing/2014/main" val="10000"/>
                  </a:ext>
                </a:extLst>
              </a:tr>
              <a:tr h="608012">
                <a:tc rowSpan="3">
                  <a:txBody>
                    <a:bodyPr/>
                    <a:lstStyle/>
                    <a:p>
                      <a:pPr lvl="0" algn="l" eaLnBrk="1" hangingPunct="1"/>
                      <a:r>
                        <a:rPr lang="zh-CN" altLang="en-US" sz="1800" b="1">
                          <a:solidFill>
                            <a:srgbClr val="000000"/>
                          </a:solidFill>
                          <a:ea typeface="Times New Roman" pitchFamily="18" charset="0"/>
                        </a:rPr>
                        <a:t>点对点</a:t>
                      </a:r>
                    </a:p>
                  </a:txBody>
                  <a:tcPr>
                    <a:lnL w="12700" cap="flat" cmpd="sng">
                      <a:solidFill>
                        <a:srgbClr val="000000">
                          <a:alpha val="100000"/>
                        </a:srgbClr>
                      </a:solidFill>
                      <a:prstDash val="solid"/>
                      <a:round/>
                    </a:lnL>
                    <a:lnR w="12700" cap="flat" cmpd="sng">
                      <a:solidFill>
                        <a:srgbClr val="000000">
                          <a:alpha val="100000"/>
                        </a:srgbClr>
                      </a:solidFill>
                      <a:prstDash val="solid"/>
                      <a:round/>
                      <a:tailEnd type="triangle" w="med" len="med"/>
                    </a:lnR>
                    <a:lnT w="12700" cap="flat" cmpd="sng">
                      <a:solidFill>
                        <a:srgbClr val="000000">
                          <a:alpha val="100000"/>
                        </a:srgbClr>
                      </a:solidFill>
                      <a:prstDash val="solid"/>
                      <a:round/>
                      <a:tailEnd type="triangle" w="med" len="med"/>
                    </a:lnT>
                    <a:lnB w="12700" cap="flat" cmpd="sng">
                      <a:solidFill>
                        <a:srgbClr val="000000">
                          <a:alpha val="100000"/>
                        </a:srgbClr>
                      </a:solidFill>
                      <a:prstDash val="solid"/>
                      <a:round/>
                      <a:tailEnd type="triangle" w="med" len="med"/>
                    </a:lnB>
                    <a:noFill/>
                  </a:tcPr>
                </a:tc>
                <a:tc>
                  <a:txBody>
                    <a:bodyPr/>
                    <a:lstStyle/>
                    <a:p>
                      <a:pPr lvl="0" algn="l" eaLnBrk="1" hangingPunct="1"/>
                      <a:r>
                        <a:rPr lang="zh-CN" altLang="en-US" sz="1800" b="1" dirty="0">
                          <a:solidFill>
                            <a:srgbClr val="000000"/>
                          </a:solidFill>
                          <a:ea typeface="Times New Roman" pitchFamily="18" charset="0"/>
                        </a:rPr>
                        <a:t>链  路  形</a:t>
                      </a:r>
                    </a:p>
                  </a:txBody>
                  <a:tcPr>
                    <a:lnL w="12700" cap="flat" cmpd="sng">
                      <a:solidFill>
                        <a:srgbClr val="000000">
                          <a:alpha val="100000"/>
                        </a:srgbClr>
                      </a:solidFill>
                      <a:prstDash val="solid"/>
                      <a:round/>
                      <a:tailEnd type="triangle" w="med" len="med"/>
                    </a:lnL>
                    <a:lnR w="12700" cap="flat" cmpd="sng">
                      <a:solidFill>
                        <a:srgbClr val="000000">
                          <a:alpha val="100000"/>
                        </a:srgbClr>
                      </a:solidFill>
                      <a:prstDash val="solid"/>
                      <a:round/>
                      <a:tailEnd type="triangle" w="med" len="med"/>
                    </a:lnR>
                    <a:lnT w="12700" cap="flat" cmpd="sng">
                      <a:solidFill>
                        <a:srgbClr val="000000">
                          <a:alpha val="100000"/>
                        </a:srgbClr>
                      </a:solidFill>
                      <a:prstDash val="solid"/>
                      <a:round/>
                      <a:tailEnd type="triangle" w="med" len="med"/>
                    </a:lnT>
                    <a:lnB w="12700" cap="flat" cmpd="sng">
                      <a:solidFill>
                        <a:srgbClr val="000000">
                          <a:alpha val="100000"/>
                        </a:srgbClr>
                      </a:solidFill>
                      <a:prstDash val="solid"/>
                      <a:round/>
                      <a:tailEnd type="triangle" w="med" len="med"/>
                    </a:lnB>
                    <a:noFill/>
                  </a:tcPr>
                </a:tc>
                <a:tc>
                  <a:txBody>
                    <a:bodyPr/>
                    <a:lstStyle/>
                    <a:p>
                      <a:pPr lvl="0" algn="l" eaLnBrk="1" hangingPunct="1"/>
                      <a:r>
                        <a:rPr lang="en-US" altLang="zh-CN" sz="1800" b="1" dirty="0">
                          <a:solidFill>
                            <a:srgbClr val="000000"/>
                          </a:solidFill>
                          <a:ea typeface="Times New Roman" pitchFamily="18" charset="0"/>
                        </a:rPr>
                        <a:t>MAN</a:t>
                      </a:r>
                      <a:r>
                        <a:rPr lang="zh-CN" altLang="en-US" sz="1800" b="1" dirty="0">
                          <a:solidFill>
                            <a:srgbClr val="000000"/>
                          </a:solidFill>
                          <a:ea typeface="Times New Roman" pitchFamily="18" charset="0"/>
                        </a:rPr>
                        <a:t>、</a:t>
                      </a:r>
                      <a:r>
                        <a:rPr lang="en-US" altLang="zh-CN" sz="1800" b="1" dirty="0">
                          <a:solidFill>
                            <a:srgbClr val="000000"/>
                          </a:solidFill>
                          <a:ea typeface="Times New Roman" pitchFamily="18" charset="0"/>
                        </a:rPr>
                        <a:t>WAN</a:t>
                      </a:r>
                    </a:p>
                  </a:txBody>
                  <a:tcPr>
                    <a:lnL w="12700" cap="flat" cmpd="sng">
                      <a:solidFill>
                        <a:srgbClr val="000000">
                          <a:alpha val="100000"/>
                        </a:srgbClr>
                      </a:solidFill>
                      <a:prstDash val="solid"/>
                      <a:round/>
                      <a:tailEnd type="triangle" w="med" len="med"/>
                    </a:lnL>
                    <a:lnR w="12700" cap="flat" cmpd="sng">
                      <a:solidFill>
                        <a:srgbClr val="000000">
                          <a:alpha val="100000"/>
                        </a:srgbClr>
                      </a:solidFill>
                      <a:prstDash val="solid"/>
                      <a:round/>
                      <a:tailEnd type="triangle" w="med" len="med"/>
                    </a:lnR>
                    <a:lnT w="12700" cap="flat" cmpd="sng">
                      <a:solidFill>
                        <a:srgbClr val="000000">
                          <a:alpha val="100000"/>
                        </a:srgbClr>
                      </a:solidFill>
                      <a:prstDash val="solid"/>
                      <a:round/>
                      <a:tailEnd type="triangle" w="med" len="med"/>
                    </a:lnT>
                    <a:lnB w="12700" cap="flat" cmpd="sng">
                      <a:solidFill>
                        <a:srgbClr val="000000">
                          <a:alpha val="100000"/>
                        </a:srgbClr>
                      </a:solidFill>
                      <a:prstDash val="solid"/>
                      <a:round/>
                      <a:tailEnd type="triangle" w="med" len="med"/>
                    </a:lnB>
                    <a:noFill/>
                  </a:tcPr>
                </a:tc>
                <a:tc>
                  <a:txBody>
                    <a:bodyPr/>
                    <a:lstStyle/>
                    <a:p>
                      <a:pPr lvl="0" algn="ctr" eaLnBrk="1" hangingPunct="1"/>
                      <a:r>
                        <a:rPr lang="zh-CN" altLang="en-US" sz="1800" b="1">
                          <a:solidFill>
                            <a:srgbClr val="000000"/>
                          </a:solidFill>
                          <a:ea typeface="Times New Roman" pitchFamily="18" charset="0"/>
                        </a:rPr>
                        <a:t>中等</a:t>
                      </a:r>
                    </a:p>
                  </a:txBody>
                  <a:tcPr>
                    <a:lnL w="12700" cap="flat" cmpd="sng">
                      <a:solidFill>
                        <a:srgbClr val="000000">
                          <a:alpha val="100000"/>
                        </a:srgbClr>
                      </a:solidFill>
                      <a:prstDash val="solid"/>
                      <a:round/>
                      <a:tailEnd type="triangle" w="med" len="med"/>
                    </a:lnL>
                    <a:lnR w="12700" cap="flat" cmpd="sng">
                      <a:solidFill>
                        <a:srgbClr val="000000">
                          <a:alpha val="100000"/>
                        </a:srgbClr>
                      </a:solidFill>
                      <a:prstDash val="solid"/>
                      <a:round/>
                      <a:tailEnd type="triangle" w="med" len="med"/>
                    </a:lnR>
                    <a:lnT w="12700" cap="flat" cmpd="sng">
                      <a:solidFill>
                        <a:srgbClr val="000000">
                          <a:alpha val="100000"/>
                        </a:srgbClr>
                      </a:solidFill>
                      <a:prstDash val="solid"/>
                      <a:round/>
                      <a:tailEnd type="triangle" w="med" len="med"/>
                    </a:lnT>
                    <a:lnB w="12700" cap="flat" cmpd="sng">
                      <a:solidFill>
                        <a:srgbClr val="000000">
                          <a:alpha val="100000"/>
                        </a:srgbClr>
                      </a:solidFill>
                      <a:prstDash val="solid"/>
                      <a:round/>
                      <a:tailEnd type="triangle" w="med" len="med"/>
                    </a:lnB>
                    <a:noFill/>
                  </a:tcPr>
                </a:tc>
                <a:tc>
                  <a:txBody>
                    <a:bodyPr/>
                    <a:lstStyle/>
                    <a:p>
                      <a:pPr lvl="0" algn="ctr" eaLnBrk="1" hangingPunct="1"/>
                      <a:r>
                        <a:rPr lang="zh-CN" altLang="en-US" sz="1800" b="1">
                          <a:solidFill>
                            <a:srgbClr val="000000"/>
                          </a:solidFill>
                          <a:ea typeface="Times New Roman" pitchFamily="18" charset="0"/>
                        </a:rPr>
                        <a:t>低</a:t>
                      </a:r>
                    </a:p>
                  </a:txBody>
                  <a:tcPr>
                    <a:lnL w="12700" cap="flat" cmpd="sng">
                      <a:solidFill>
                        <a:srgbClr val="000000">
                          <a:alpha val="100000"/>
                        </a:srgbClr>
                      </a:solidFill>
                      <a:prstDash val="solid"/>
                      <a:round/>
                      <a:tailEnd type="triangle" w="med" len="med"/>
                    </a:lnL>
                    <a:lnR w="12700" cap="flat" cmpd="sng">
                      <a:solidFill>
                        <a:srgbClr val="000000">
                          <a:alpha val="100000"/>
                        </a:srgbClr>
                      </a:solidFill>
                      <a:prstDash val="solid"/>
                      <a:round/>
                      <a:tailEnd type="triangle" w="med" len="med"/>
                    </a:lnR>
                    <a:lnT w="12700" cap="flat" cmpd="sng">
                      <a:solidFill>
                        <a:srgbClr val="000000">
                          <a:alpha val="100000"/>
                        </a:srgbClr>
                      </a:solidFill>
                      <a:prstDash val="solid"/>
                      <a:round/>
                      <a:tailEnd type="triangle" w="med" len="med"/>
                    </a:lnT>
                    <a:lnB w="12700" cap="flat" cmpd="sng">
                      <a:solidFill>
                        <a:srgbClr val="000000">
                          <a:alpha val="100000"/>
                        </a:srgbClr>
                      </a:solidFill>
                      <a:prstDash val="solid"/>
                      <a:round/>
                      <a:tailEnd type="triangle" w="med" len="med"/>
                    </a:lnB>
                    <a:noFill/>
                  </a:tcPr>
                </a:tc>
                <a:tc>
                  <a:txBody>
                    <a:bodyPr/>
                    <a:lstStyle/>
                    <a:p>
                      <a:pPr lvl="0" algn="ctr" eaLnBrk="1" hangingPunct="1"/>
                      <a:r>
                        <a:rPr lang="zh-CN" altLang="en-US" sz="1800" b="1">
                          <a:solidFill>
                            <a:srgbClr val="000000"/>
                          </a:solidFill>
                          <a:ea typeface="Times New Roman" pitchFamily="18" charset="0"/>
                        </a:rPr>
                        <a:t>低</a:t>
                      </a:r>
                    </a:p>
                  </a:txBody>
                  <a:tcPr>
                    <a:lnL w="12700" cap="flat" cmpd="sng">
                      <a:solidFill>
                        <a:srgbClr val="000000">
                          <a:alpha val="100000"/>
                        </a:srgbClr>
                      </a:solidFill>
                      <a:prstDash val="solid"/>
                      <a:round/>
                      <a:tailEnd type="triangle" w="med" len="med"/>
                    </a:lnL>
                    <a:lnR w="12700" cap="flat" cmpd="sng">
                      <a:solidFill>
                        <a:srgbClr val="000000">
                          <a:alpha val="100000"/>
                        </a:srgbClr>
                      </a:solidFill>
                      <a:prstDash val="solid"/>
                      <a:round/>
                    </a:lnR>
                    <a:lnT w="12700" cap="flat" cmpd="sng">
                      <a:solidFill>
                        <a:srgbClr val="000000">
                          <a:alpha val="100000"/>
                        </a:srgbClr>
                      </a:solidFill>
                      <a:prstDash val="solid"/>
                      <a:round/>
                      <a:tailEnd type="triangle" w="med" len="med"/>
                    </a:lnT>
                    <a:lnB w="12700" cap="flat" cmpd="sng">
                      <a:solidFill>
                        <a:srgbClr val="000000">
                          <a:alpha val="100000"/>
                        </a:srgbClr>
                      </a:solidFill>
                      <a:prstDash val="solid"/>
                      <a:round/>
                      <a:tailEnd type="triangle" w="med" len="med"/>
                    </a:lnB>
                    <a:noFill/>
                  </a:tcPr>
                </a:tc>
                <a:extLst>
                  <a:ext uri="{0D108BD9-81ED-4DB2-BD59-A6C34878D82A}">
                    <a16:rowId xmlns:a16="http://schemas.microsoft.com/office/drawing/2014/main" val="10001"/>
                  </a:ext>
                </a:extLst>
              </a:tr>
              <a:tr h="608012">
                <a:tc vMerge="1">
                  <a:txBody>
                    <a:bodyPr/>
                    <a:lstStyle/>
                    <a:p>
                      <a:endParaRPr sz="2800"/>
                    </a:p>
                  </a:txBody>
                  <a:tcPr/>
                </a:tc>
                <a:tc>
                  <a:txBody>
                    <a:bodyPr/>
                    <a:lstStyle/>
                    <a:p>
                      <a:pPr lvl="0" algn="l" eaLnBrk="1" hangingPunct="1"/>
                      <a:r>
                        <a:rPr lang="zh-CN" altLang="en-US" sz="1800" b="1">
                          <a:solidFill>
                            <a:srgbClr val="000000"/>
                          </a:solidFill>
                          <a:ea typeface="Times New Roman" pitchFamily="18" charset="0"/>
                        </a:rPr>
                        <a:t>环      形</a:t>
                      </a:r>
                    </a:p>
                  </a:txBody>
                  <a:tcPr>
                    <a:lnL w="12700" cap="flat" cmpd="sng">
                      <a:solidFill>
                        <a:srgbClr val="000000">
                          <a:alpha val="100000"/>
                        </a:srgbClr>
                      </a:solidFill>
                      <a:prstDash val="solid"/>
                      <a:round/>
                      <a:tailEnd type="triangle" w="med" len="med"/>
                    </a:lnL>
                    <a:lnR w="12700" cap="flat" cmpd="sng">
                      <a:solidFill>
                        <a:srgbClr val="000000">
                          <a:alpha val="100000"/>
                        </a:srgbClr>
                      </a:solidFill>
                      <a:prstDash val="solid"/>
                      <a:round/>
                      <a:tailEnd type="triangle" w="med" len="med"/>
                    </a:lnR>
                    <a:lnT w="12700" cap="flat" cmpd="sng">
                      <a:solidFill>
                        <a:srgbClr val="000000">
                          <a:alpha val="100000"/>
                        </a:srgbClr>
                      </a:solidFill>
                      <a:prstDash val="solid"/>
                      <a:round/>
                      <a:tailEnd type="triangle" w="med" len="med"/>
                    </a:lnT>
                    <a:lnB w="12700" cap="flat" cmpd="sng">
                      <a:solidFill>
                        <a:srgbClr val="000000">
                          <a:alpha val="100000"/>
                        </a:srgbClr>
                      </a:solidFill>
                      <a:prstDash val="solid"/>
                      <a:round/>
                      <a:tailEnd type="triangle" w="med" len="med"/>
                    </a:lnB>
                    <a:noFill/>
                  </a:tcPr>
                </a:tc>
                <a:tc>
                  <a:txBody>
                    <a:bodyPr/>
                    <a:lstStyle/>
                    <a:p>
                      <a:pPr lvl="0" algn="l" eaLnBrk="1" hangingPunct="1"/>
                      <a:r>
                        <a:rPr lang="en-US" altLang="zh-CN" sz="1800" b="1">
                          <a:solidFill>
                            <a:srgbClr val="000000"/>
                          </a:solidFill>
                          <a:ea typeface="Times New Roman" pitchFamily="18" charset="0"/>
                        </a:rPr>
                        <a:t>MAN</a:t>
                      </a:r>
                      <a:r>
                        <a:rPr lang="zh-CN" altLang="en-US" sz="1800" b="1">
                          <a:solidFill>
                            <a:srgbClr val="000000"/>
                          </a:solidFill>
                          <a:ea typeface="Times New Roman" pitchFamily="18" charset="0"/>
                        </a:rPr>
                        <a:t>、</a:t>
                      </a:r>
                      <a:r>
                        <a:rPr lang="en-US" altLang="zh-CN" sz="1800" b="1">
                          <a:solidFill>
                            <a:srgbClr val="000000"/>
                          </a:solidFill>
                          <a:ea typeface="Times New Roman" pitchFamily="18" charset="0"/>
                        </a:rPr>
                        <a:t>WAN</a:t>
                      </a:r>
                    </a:p>
                  </a:txBody>
                  <a:tcPr>
                    <a:lnL w="12700" cap="flat" cmpd="sng">
                      <a:solidFill>
                        <a:srgbClr val="000000">
                          <a:alpha val="100000"/>
                        </a:srgbClr>
                      </a:solidFill>
                      <a:prstDash val="solid"/>
                      <a:round/>
                      <a:tailEnd type="triangle" w="med" len="med"/>
                    </a:lnL>
                    <a:lnR w="12700" cap="flat" cmpd="sng">
                      <a:solidFill>
                        <a:srgbClr val="000000">
                          <a:alpha val="100000"/>
                        </a:srgbClr>
                      </a:solidFill>
                      <a:prstDash val="solid"/>
                      <a:round/>
                      <a:tailEnd type="triangle" w="med" len="med"/>
                    </a:lnR>
                    <a:lnT w="12700" cap="flat" cmpd="sng">
                      <a:solidFill>
                        <a:srgbClr val="000000">
                          <a:alpha val="100000"/>
                        </a:srgbClr>
                      </a:solidFill>
                      <a:prstDash val="solid"/>
                      <a:round/>
                      <a:tailEnd type="triangle" w="med" len="med"/>
                    </a:lnT>
                    <a:lnB w="12700" cap="flat" cmpd="sng">
                      <a:solidFill>
                        <a:srgbClr val="000000">
                          <a:alpha val="100000"/>
                        </a:srgbClr>
                      </a:solidFill>
                      <a:prstDash val="solid"/>
                      <a:round/>
                      <a:tailEnd type="triangle" w="med" len="med"/>
                    </a:lnB>
                    <a:noFill/>
                  </a:tcPr>
                </a:tc>
                <a:tc>
                  <a:txBody>
                    <a:bodyPr/>
                    <a:lstStyle/>
                    <a:p>
                      <a:pPr lvl="0" algn="ctr" eaLnBrk="1" hangingPunct="1"/>
                      <a:r>
                        <a:rPr lang="zh-CN" altLang="en-US" sz="1800" b="1">
                          <a:solidFill>
                            <a:srgbClr val="000000"/>
                          </a:solidFill>
                          <a:ea typeface="Times New Roman" pitchFamily="18" charset="0"/>
                        </a:rPr>
                        <a:t>困难</a:t>
                      </a:r>
                    </a:p>
                  </a:txBody>
                  <a:tcPr>
                    <a:lnL w="12700" cap="flat" cmpd="sng">
                      <a:solidFill>
                        <a:srgbClr val="000000">
                          <a:alpha val="100000"/>
                        </a:srgbClr>
                      </a:solidFill>
                      <a:prstDash val="solid"/>
                      <a:round/>
                      <a:tailEnd type="triangle" w="med" len="med"/>
                    </a:lnL>
                    <a:lnR w="12700" cap="flat" cmpd="sng">
                      <a:solidFill>
                        <a:srgbClr val="000000">
                          <a:alpha val="100000"/>
                        </a:srgbClr>
                      </a:solidFill>
                      <a:prstDash val="solid"/>
                      <a:round/>
                      <a:tailEnd type="triangle" w="med" len="med"/>
                    </a:lnR>
                    <a:lnT w="12700" cap="flat" cmpd="sng">
                      <a:solidFill>
                        <a:srgbClr val="000000">
                          <a:alpha val="100000"/>
                        </a:srgbClr>
                      </a:solidFill>
                      <a:prstDash val="solid"/>
                      <a:round/>
                      <a:tailEnd type="triangle" w="med" len="med"/>
                    </a:lnT>
                    <a:lnB w="12700" cap="flat" cmpd="sng">
                      <a:solidFill>
                        <a:srgbClr val="000000">
                          <a:alpha val="100000"/>
                        </a:srgbClr>
                      </a:solidFill>
                      <a:prstDash val="solid"/>
                      <a:round/>
                      <a:tailEnd type="triangle" w="med" len="med"/>
                    </a:lnB>
                    <a:noFill/>
                  </a:tcPr>
                </a:tc>
                <a:tc>
                  <a:txBody>
                    <a:bodyPr/>
                    <a:lstStyle/>
                    <a:p>
                      <a:pPr lvl="0" algn="ctr" eaLnBrk="1" hangingPunct="1"/>
                      <a:r>
                        <a:rPr lang="zh-CN" altLang="en-US" sz="1800" b="1">
                          <a:solidFill>
                            <a:srgbClr val="000000"/>
                          </a:solidFill>
                          <a:ea typeface="Times New Roman" pitchFamily="18" charset="0"/>
                        </a:rPr>
                        <a:t>高</a:t>
                      </a:r>
                    </a:p>
                  </a:txBody>
                  <a:tcPr>
                    <a:lnL w="12700" cap="flat" cmpd="sng">
                      <a:solidFill>
                        <a:srgbClr val="000000">
                          <a:alpha val="100000"/>
                        </a:srgbClr>
                      </a:solidFill>
                      <a:prstDash val="solid"/>
                      <a:round/>
                      <a:tailEnd type="triangle" w="med" len="med"/>
                    </a:lnL>
                    <a:lnR w="12700" cap="flat" cmpd="sng">
                      <a:solidFill>
                        <a:srgbClr val="000000">
                          <a:alpha val="100000"/>
                        </a:srgbClr>
                      </a:solidFill>
                      <a:prstDash val="solid"/>
                      <a:round/>
                      <a:tailEnd type="triangle" w="med" len="med"/>
                    </a:lnR>
                    <a:lnT w="12700" cap="flat" cmpd="sng">
                      <a:solidFill>
                        <a:srgbClr val="000000">
                          <a:alpha val="100000"/>
                        </a:srgbClr>
                      </a:solidFill>
                      <a:prstDash val="solid"/>
                      <a:round/>
                      <a:tailEnd type="triangle" w="med" len="med"/>
                    </a:lnT>
                    <a:lnB w="12700" cap="flat" cmpd="sng">
                      <a:solidFill>
                        <a:srgbClr val="000000">
                          <a:alpha val="100000"/>
                        </a:srgbClr>
                      </a:solidFill>
                      <a:prstDash val="solid"/>
                      <a:round/>
                      <a:tailEnd type="triangle" w="med" len="med"/>
                    </a:lnB>
                    <a:noFill/>
                  </a:tcPr>
                </a:tc>
                <a:tc>
                  <a:txBody>
                    <a:bodyPr/>
                    <a:lstStyle/>
                    <a:p>
                      <a:pPr lvl="0" algn="ctr" eaLnBrk="1" hangingPunct="1"/>
                      <a:r>
                        <a:rPr lang="zh-CN" altLang="en-US" sz="1800" b="1">
                          <a:solidFill>
                            <a:srgbClr val="000000"/>
                          </a:solidFill>
                          <a:ea typeface="Times New Roman" pitchFamily="18" charset="0"/>
                        </a:rPr>
                        <a:t>高</a:t>
                      </a:r>
                    </a:p>
                  </a:txBody>
                  <a:tcPr>
                    <a:lnL w="12700" cap="flat" cmpd="sng">
                      <a:solidFill>
                        <a:srgbClr val="000000">
                          <a:alpha val="100000"/>
                        </a:srgbClr>
                      </a:solidFill>
                      <a:prstDash val="solid"/>
                      <a:round/>
                      <a:tailEnd type="triangle" w="med" len="med"/>
                    </a:lnL>
                    <a:lnR w="12700" cap="flat" cmpd="sng">
                      <a:solidFill>
                        <a:srgbClr val="000000">
                          <a:alpha val="100000"/>
                        </a:srgbClr>
                      </a:solidFill>
                      <a:prstDash val="solid"/>
                      <a:round/>
                    </a:lnR>
                    <a:lnT w="12700" cap="flat" cmpd="sng">
                      <a:solidFill>
                        <a:srgbClr val="000000">
                          <a:alpha val="100000"/>
                        </a:srgbClr>
                      </a:solidFill>
                      <a:prstDash val="solid"/>
                      <a:round/>
                      <a:tailEnd type="triangle" w="med" len="med"/>
                    </a:lnT>
                    <a:lnB w="12700" cap="flat" cmpd="sng">
                      <a:solidFill>
                        <a:srgbClr val="000000">
                          <a:alpha val="100000"/>
                        </a:srgbClr>
                      </a:solidFill>
                      <a:prstDash val="solid"/>
                      <a:round/>
                      <a:tailEnd type="triangle" w="med" len="med"/>
                    </a:lnB>
                    <a:noFill/>
                  </a:tcPr>
                </a:tc>
                <a:extLst>
                  <a:ext uri="{0D108BD9-81ED-4DB2-BD59-A6C34878D82A}">
                    <a16:rowId xmlns:a16="http://schemas.microsoft.com/office/drawing/2014/main" val="10002"/>
                  </a:ext>
                </a:extLst>
              </a:tr>
              <a:tr h="606424">
                <a:tc vMerge="1">
                  <a:txBody>
                    <a:bodyPr/>
                    <a:lstStyle/>
                    <a:p>
                      <a:endParaRPr sz="2800"/>
                    </a:p>
                  </a:txBody>
                  <a:tcPr/>
                </a:tc>
                <a:tc>
                  <a:txBody>
                    <a:bodyPr/>
                    <a:lstStyle/>
                    <a:p>
                      <a:pPr lvl="0" algn="l" eaLnBrk="1" hangingPunct="1"/>
                      <a:r>
                        <a:rPr lang="zh-CN" altLang="en-US" sz="1800" b="1" dirty="0">
                          <a:solidFill>
                            <a:srgbClr val="000000"/>
                          </a:solidFill>
                          <a:ea typeface="Times New Roman" pitchFamily="18" charset="0"/>
                        </a:rPr>
                        <a:t>网  状  形</a:t>
                      </a:r>
                    </a:p>
                  </a:txBody>
                  <a:tcPr>
                    <a:lnL w="12700" cap="flat" cmpd="sng">
                      <a:solidFill>
                        <a:srgbClr val="000000">
                          <a:alpha val="100000"/>
                        </a:srgbClr>
                      </a:solidFill>
                      <a:prstDash val="solid"/>
                      <a:round/>
                      <a:tailEnd type="triangle" w="med" len="med"/>
                    </a:lnL>
                    <a:lnR w="12700" cap="flat" cmpd="sng">
                      <a:solidFill>
                        <a:srgbClr val="000000">
                          <a:alpha val="100000"/>
                        </a:srgbClr>
                      </a:solidFill>
                      <a:prstDash val="solid"/>
                      <a:round/>
                      <a:tailEnd type="triangle" w="med" len="med"/>
                    </a:lnR>
                    <a:lnT w="12700" cap="flat" cmpd="sng">
                      <a:solidFill>
                        <a:srgbClr val="000000">
                          <a:alpha val="100000"/>
                        </a:srgbClr>
                      </a:solidFill>
                      <a:prstDash val="solid"/>
                      <a:round/>
                      <a:tailEnd type="triangle" w="med" len="med"/>
                    </a:lnT>
                    <a:lnB w="12700" cap="flat" cmpd="sng">
                      <a:solidFill>
                        <a:srgbClr val="000000">
                          <a:alpha val="100000"/>
                        </a:srgbClr>
                      </a:solidFill>
                      <a:prstDash val="solid"/>
                      <a:round/>
                      <a:tailEnd type="triangle" w="med" len="med"/>
                    </a:lnB>
                    <a:noFill/>
                  </a:tcPr>
                </a:tc>
                <a:tc>
                  <a:txBody>
                    <a:bodyPr/>
                    <a:lstStyle/>
                    <a:p>
                      <a:pPr lvl="0" algn="l" eaLnBrk="1" hangingPunct="1"/>
                      <a:r>
                        <a:rPr lang="en-US" altLang="zh-CN" sz="1800" b="1">
                          <a:solidFill>
                            <a:srgbClr val="000000"/>
                          </a:solidFill>
                          <a:ea typeface="Times New Roman" pitchFamily="18" charset="0"/>
                        </a:rPr>
                        <a:t>MAN</a:t>
                      </a:r>
                      <a:r>
                        <a:rPr lang="zh-CN" altLang="en-US" sz="1800" b="1">
                          <a:solidFill>
                            <a:srgbClr val="000000"/>
                          </a:solidFill>
                          <a:ea typeface="Times New Roman" pitchFamily="18" charset="0"/>
                        </a:rPr>
                        <a:t>、</a:t>
                      </a:r>
                      <a:r>
                        <a:rPr lang="en-US" altLang="zh-CN" sz="1800" b="1">
                          <a:solidFill>
                            <a:srgbClr val="000000"/>
                          </a:solidFill>
                          <a:ea typeface="Times New Roman" pitchFamily="18" charset="0"/>
                        </a:rPr>
                        <a:t>WAN</a:t>
                      </a:r>
                    </a:p>
                  </a:txBody>
                  <a:tcPr>
                    <a:lnL w="12700" cap="flat" cmpd="sng">
                      <a:solidFill>
                        <a:srgbClr val="000000">
                          <a:alpha val="100000"/>
                        </a:srgbClr>
                      </a:solidFill>
                      <a:prstDash val="solid"/>
                      <a:round/>
                      <a:tailEnd type="triangle" w="med" len="med"/>
                    </a:lnL>
                    <a:lnR w="12700" cap="flat" cmpd="sng">
                      <a:solidFill>
                        <a:srgbClr val="000000">
                          <a:alpha val="100000"/>
                        </a:srgbClr>
                      </a:solidFill>
                      <a:prstDash val="solid"/>
                      <a:round/>
                      <a:tailEnd type="triangle" w="med" len="med"/>
                    </a:lnR>
                    <a:lnT w="12700" cap="flat" cmpd="sng">
                      <a:solidFill>
                        <a:srgbClr val="000000">
                          <a:alpha val="100000"/>
                        </a:srgbClr>
                      </a:solidFill>
                      <a:prstDash val="solid"/>
                      <a:round/>
                      <a:tailEnd type="triangle" w="med" len="med"/>
                    </a:lnT>
                    <a:lnB w="12700" cap="flat" cmpd="sng">
                      <a:solidFill>
                        <a:srgbClr val="000000">
                          <a:alpha val="100000"/>
                        </a:srgbClr>
                      </a:solidFill>
                      <a:prstDash val="solid"/>
                      <a:round/>
                      <a:tailEnd type="triangle" w="med" len="med"/>
                    </a:lnB>
                    <a:noFill/>
                  </a:tcPr>
                </a:tc>
                <a:tc>
                  <a:txBody>
                    <a:bodyPr/>
                    <a:lstStyle/>
                    <a:p>
                      <a:pPr lvl="0" algn="ctr" eaLnBrk="1" hangingPunct="1"/>
                      <a:r>
                        <a:rPr lang="zh-CN" altLang="en-US" sz="1800" b="1">
                          <a:solidFill>
                            <a:srgbClr val="000000"/>
                          </a:solidFill>
                          <a:ea typeface="Times New Roman" pitchFamily="18" charset="0"/>
                        </a:rPr>
                        <a:t>困难</a:t>
                      </a:r>
                    </a:p>
                  </a:txBody>
                  <a:tcPr>
                    <a:lnL w="12700" cap="flat" cmpd="sng">
                      <a:solidFill>
                        <a:srgbClr val="000000">
                          <a:alpha val="100000"/>
                        </a:srgbClr>
                      </a:solidFill>
                      <a:prstDash val="solid"/>
                      <a:round/>
                      <a:tailEnd type="triangle" w="med" len="med"/>
                    </a:lnL>
                    <a:lnR w="12700" cap="flat" cmpd="sng">
                      <a:solidFill>
                        <a:srgbClr val="000000">
                          <a:alpha val="100000"/>
                        </a:srgbClr>
                      </a:solidFill>
                      <a:prstDash val="solid"/>
                      <a:round/>
                      <a:tailEnd type="triangle" w="med" len="med"/>
                    </a:lnR>
                    <a:lnT w="12700" cap="flat" cmpd="sng">
                      <a:solidFill>
                        <a:srgbClr val="000000">
                          <a:alpha val="100000"/>
                        </a:srgbClr>
                      </a:solidFill>
                      <a:prstDash val="solid"/>
                      <a:round/>
                      <a:tailEnd type="triangle" w="med" len="med"/>
                    </a:lnT>
                    <a:lnB w="12700" cap="flat" cmpd="sng">
                      <a:solidFill>
                        <a:srgbClr val="000000">
                          <a:alpha val="100000"/>
                        </a:srgbClr>
                      </a:solidFill>
                      <a:prstDash val="solid"/>
                      <a:round/>
                      <a:tailEnd type="triangle" w="med" len="med"/>
                    </a:lnB>
                    <a:noFill/>
                  </a:tcPr>
                </a:tc>
                <a:tc>
                  <a:txBody>
                    <a:bodyPr/>
                    <a:lstStyle/>
                    <a:p>
                      <a:pPr lvl="0" algn="ctr" eaLnBrk="1" hangingPunct="1"/>
                      <a:r>
                        <a:rPr lang="zh-CN" altLang="en-US" sz="1800" b="1">
                          <a:solidFill>
                            <a:srgbClr val="000000"/>
                          </a:solidFill>
                          <a:ea typeface="Times New Roman" pitchFamily="18" charset="0"/>
                        </a:rPr>
                        <a:t>高</a:t>
                      </a:r>
                    </a:p>
                  </a:txBody>
                  <a:tcPr>
                    <a:lnL w="12700" cap="flat" cmpd="sng">
                      <a:solidFill>
                        <a:srgbClr val="000000">
                          <a:alpha val="100000"/>
                        </a:srgbClr>
                      </a:solidFill>
                      <a:prstDash val="solid"/>
                      <a:round/>
                      <a:tailEnd type="triangle" w="med" len="med"/>
                    </a:lnL>
                    <a:lnR w="12700" cap="flat" cmpd="sng">
                      <a:solidFill>
                        <a:srgbClr val="000000">
                          <a:alpha val="100000"/>
                        </a:srgbClr>
                      </a:solidFill>
                      <a:prstDash val="solid"/>
                      <a:round/>
                      <a:tailEnd type="triangle" w="med" len="med"/>
                    </a:lnR>
                    <a:lnT w="12700" cap="flat" cmpd="sng">
                      <a:solidFill>
                        <a:srgbClr val="000000">
                          <a:alpha val="100000"/>
                        </a:srgbClr>
                      </a:solidFill>
                      <a:prstDash val="solid"/>
                      <a:round/>
                      <a:tailEnd type="triangle" w="med" len="med"/>
                    </a:lnT>
                    <a:lnB w="12700" cap="flat" cmpd="sng">
                      <a:solidFill>
                        <a:srgbClr val="000000">
                          <a:alpha val="100000"/>
                        </a:srgbClr>
                      </a:solidFill>
                      <a:prstDash val="solid"/>
                      <a:round/>
                      <a:tailEnd type="triangle" w="med" len="med"/>
                    </a:lnB>
                    <a:noFill/>
                  </a:tcPr>
                </a:tc>
                <a:tc>
                  <a:txBody>
                    <a:bodyPr/>
                    <a:lstStyle/>
                    <a:p>
                      <a:pPr lvl="0" algn="ctr" eaLnBrk="1" hangingPunct="1"/>
                      <a:r>
                        <a:rPr lang="zh-CN" altLang="en-US" sz="1800" b="1">
                          <a:solidFill>
                            <a:srgbClr val="000000"/>
                          </a:solidFill>
                          <a:ea typeface="Times New Roman" pitchFamily="18" charset="0"/>
                        </a:rPr>
                        <a:t>高</a:t>
                      </a:r>
                    </a:p>
                  </a:txBody>
                  <a:tcPr>
                    <a:lnL w="12700" cap="flat" cmpd="sng">
                      <a:solidFill>
                        <a:srgbClr val="000000">
                          <a:alpha val="100000"/>
                        </a:srgbClr>
                      </a:solidFill>
                      <a:prstDash val="solid"/>
                      <a:round/>
                      <a:tailEnd type="triangle" w="med" len="med"/>
                    </a:lnL>
                    <a:lnR w="12700" cap="flat" cmpd="sng">
                      <a:solidFill>
                        <a:srgbClr val="000000">
                          <a:alpha val="100000"/>
                        </a:srgbClr>
                      </a:solidFill>
                      <a:prstDash val="solid"/>
                      <a:round/>
                    </a:lnR>
                    <a:lnT w="12700" cap="flat" cmpd="sng">
                      <a:solidFill>
                        <a:srgbClr val="000000">
                          <a:alpha val="100000"/>
                        </a:srgbClr>
                      </a:solidFill>
                      <a:prstDash val="solid"/>
                      <a:round/>
                      <a:tailEnd type="triangle" w="med" len="med"/>
                    </a:lnT>
                    <a:lnB w="12700" cap="flat" cmpd="sng">
                      <a:solidFill>
                        <a:srgbClr val="000000">
                          <a:alpha val="100000"/>
                        </a:srgbClr>
                      </a:solidFill>
                      <a:prstDash val="solid"/>
                      <a:round/>
                      <a:tailEnd type="triangle" w="med" len="med"/>
                    </a:lnB>
                    <a:noFill/>
                  </a:tcPr>
                </a:tc>
                <a:extLst>
                  <a:ext uri="{0D108BD9-81ED-4DB2-BD59-A6C34878D82A}">
                    <a16:rowId xmlns:a16="http://schemas.microsoft.com/office/drawing/2014/main" val="10003"/>
                  </a:ext>
                </a:extLst>
              </a:tr>
              <a:tr h="608012">
                <a:tc rowSpan="3">
                  <a:txBody>
                    <a:bodyPr/>
                    <a:lstStyle/>
                    <a:p>
                      <a:pPr lvl="0" algn="l" eaLnBrk="1" hangingPunct="1"/>
                      <a:r>
                        <a:rPr lang="zh-CN" altLang="en-US" sz="1800" b="1">
                          <a:solidFill>
                            <a:srgbClr val="000000"/>
                          </a:solidFill>
                          <a:ea typeface="Times New Roman" pitchFamily="18" charset="0"/>
                        </a:rPr>
                        <a:t>广播</a:t>
                      </a:r>
                    </a:p>
                  </a:txBody>
                  <a:tcPr>
                    <a:lnL w="12700" cap="flat" cmpd="sng">
                      <a:solidFill>
                        <a:srgbClr val="000000">
                          <a:alpha val="100000"/>
                        </a:srgbClr>
                      </a:solidFill>
                      <a:prstDash val="solid"/>
                      <a:round/>
                    </a:lnL>
                    <a:lnR w="12700" cap="flat" cmpd="sng">
                      <a:solidFill>
                        <a:srgbClr val="000000">
                          <a:alpha val="100000"/>
                        </a:srgbClr>
                      </a:solidFill>
                      <a:prstDash val="solid"/>
                      <a:round/>
                      <a:tailEnd type="triangle" w="med" len="med"/>
                    </a:lnR>
                    <a:lnT w="12700" cap="flat" cmpd="sng">
                      <a:solidFill>
                        <a:srgbClr val="000000">
                          <a:alpha val="100000"/>
                        </a:srgbClr>
                      </a:solidFill>
                      <a:prstDash val="solid"/>
                      <a:round/>
                      <a:tailEnd type="triangle" w="med" len="med"/>
                    </a:lnT>
                    <a:lnB w="12700" cap="flat" cmpd="sng">
                      <a:solidFill>
                        <a:srgbClr val="000000">
                          <a:alpha val="100000"/>
                        </a:srgbClr>
                      </a:solidFill>
                      <a:prstDash val="solid"/>
                      <a:round/>
                    </a:lnB>
                    <a:noFill/>
                  </a:tcPr>
                </a:tc>
                <a:tc>
                  <a:txBody>
                    <a:bodyPr/>
                    <a:lstStyle/>
                    <a:p>
                      <a:pPr lvl="0" algn="l" eaLnBrk="1" hangingPunct="1"/>
                      <a:r>
                        <a:rPr lang="zh-CN" altLang="en-US" sz="1800" b="1" dirty="0">
                          <a:solidFill>
                            <a:srgbClr val="000000"/>
                          </a:solidFill>
                          <a:ea typeface="Times New Roman" pitchFamily="18" charset="0"/>
                        </a:rPr>
                        <a:t>总  线  形</a:t>
                      </a:r>
                    </a:p>
                  </a:txBody>
                  <a:tcPr>
                    <a:lnL w="12700" cap="flat" cmpd="sng">
                      <a:solidFill>
                        <a:srgbClr val="000000">
                          <a:alpha val="100000"/>
                        </a:srgbClr>
                      </a:solidFill>
                      <a:prstDash val="solid"/>
                      <a:round/>
                      <a:tailEnd type="triangle" w="med" len="med"/>
                    </a:lnL>
                    <a:lnR w="12700" cap="flat" cmpd="sng">
                      <a:solidFill>
                        <a:srgbClr val="000000">
                          <a:alpha val="100000"/>
                        </a:srgbClr>
                      </a:solidFill>
                      <a:prstDash val="solid"/>
                      <a:round/>
                      <a:tailEnd type="triangle" w="med" len="med"/>
                    </a:lnR>
                    <a:lnT w="12700" cap="flat" cmpd="sng">
                      <a:solidFill>
                        <a:srgbClr val="000000">
                          <a:alpha val="100000"/>
                        </a:srgbClr>
                      </a:solidFill>
                      <a:prstDash val="solid"/>
                      <a:round/>
                      <a:tailEnd type="triangle" w="med" len="med"/>
                    </a:lnT>
                    <a:lnB w="12700" cap="flat" cmpd="sng">
                      <a:solidFill>
                        <a:srgbClr val="000000">
                          <a:alpha val="100000"/>
                        </a:srgbClr>
                      </a:solidFill>
                      <a:prstDash val="solid"/>
                      <a:round/>
                      <a:tailEnd type="triangle" w="med" len="med"/>
                    </a:lnB>
                    <a:noFill/>
                  </a:tcPr>
                </a:tc>
                <a:tc>
                  <a:txBody>
                    <a:bodyPr/>
                    <a:lstStyle/>
                    <a:p>
                      <a:pPr lvl="0" algn="l" eaLnBrk="1" hangingPunct="1"/>
                      <a:r>
                        <a:rPr lang="en-US" altLang="zh-CN" sz="1800" b="1" dirty="0">
                          <a:solidFill>
                            <a:srgbClr val="000000"/>
                          </a:solidFill>
                          <a:ea typeface="Times New Roman" pitchFamily="18" charset="0"/>
                        </a:rPr>
                        <a:t>LAN</a:t>
                      </a:r>
                    </a:p>
                  </a:txBody>
                  <a:tcPr>
                    <a:lnL w="12700" cap="flat" cmpd="sng">
                      <a:solidFill>
                        <a:srgbClr val="000000">
                          <a:alpha val="100000"/>
                        </a:srgbClr>
                      </a:solidFill>
                      <a:prstDash val="solid"/>
                      <a:round/>
                      <a:tailEnd type="triangle" w="med" len="med"/>
                    </a:lnL>
                    <a:lnR w="12700" cap="flat" cmpd="sng">
                      <a:solidFill>
                        <a:srgbClr val="000000">
                          <a:alpha val="100000"/>
                        </a:srgbClr>
                      </a:solidFill>
                      <a:prstDash val="solid"/>
                      <a:round/>
                      <a:tailEnd type="triangle" w="med" len="med"/>
                    </a:lnR>
                    <a:lnT w="12700" cap="flat" cmpd="sng">
                      <a:solidFill>
                        <a:srgbClr val="000000">
                          <a:alpha val="100000"/>
                        </a:srgbClr>
                      </a:solidFill>
                      <a:prstDash val="solid"/>
                      <a:round/>
                      <a:tailEnd type="triangle" w="med" len="med"/>
                    </a:lnT>
                    <a:lnB w="12700" cap="flat" cmpd="sng">
                      <a:solidFill>
                        <a:srgbClr val="000000">
                          <a:alpha val="100000"/>
                        </a:srgbClr>
                      </a:solidFill>
                      <a:prstDash val="solid"/>
                      <a:round/>
                      <a:tailEnd type="triangle" w="med" len="med"/>
                    </a:lnB>
                    <a:noFill/>
                  </a:tcPr>
                </a:tc>
                <a:tc>
                  <a:txBody>
                    <a:bodyPr/>
                    <a:lstStyle/>
                    <a:p>
                      <a:pPr lvl="0" algn="ctr" eaLnBrk="1" hangingPunct="1"/>
                      <a:r>
                        <a:rPr lang="zh-CN" altLang="en-US" sz="1800" b="1" dirty="0">
                          <a:solidFill>
                            <a:srgbClr val="000000"/>
                          </a:solidFill>
                          <a:ea typeface="Times New Roman" pitchFamily="18" charset="0"/>
                        </a:rPr>
                        <a:t>中等</a:t>
                      </a:r>
                    </a:p>
                  </a:txBody>
                  <a:tcPr>
                    <a:lnL w="12700" cap="flat" cmpd="sng">
                      <a:solidFill>
                        <a:srgbClr val="000000">
                          <a:alpha val="100000"/>
                        </a:srgbClr>
                      </a:solidFill>
                      <a:prstDash val="solid"/>
                      <a:round/>
                      <a:tailEnd type="triangle" w="med" len="med"/>
                    </a:lnL>
                    <a:lnR w="12700" cap="flat" cmpd="sng">
                      <a:solidFill>
                        <a:srgbClr val="000000">
                          <a:alpha val="100000"/>
                        </a:srgbClr>
                      </a:solidFill>
                      <a:prstDash val="solid"/>
                      <a:round/>
                      <a:tailEnd type="triangle" w="med" len="med"/>
                    </a:lnR>
                    <a:lnT w="12700" cap="flat" cmpd="sng">
                      <a:solidFill>
                        <a:srgbClr val="000000">
                          <a:alpha val="100000"/>
                        </a:srgbClr>
                      </a:solidFill>
                      <a:prstDash val="solid"/>
                      <a:round/>
                      <a:tailEnd type="triangle" w="med" len="med"/>
                    </a:lnT>
                    <a:lnB w="12700" cap="flat" cmpd="sng">
                      <a:solidFill>
                        <a:srgbClr val="000000">
                          <a:alpha val="100000"/>
                        </a:srgbClr>
                      </a:solidFill>
                      <a:prstDash val="solid"/>
                      <a:round/>
                      <a:tailEnd type="triangle" w="med" len="med"/>
                    </a:lnB>
                    <a:noFill/>
                  </a:tcPr>
                </a:tc>
                <a:tc>
                  <a:txBody>
                    <a:bodyPr/>
                    <a:lstStyle/>
                    <a:p>
                      <a:pPr lvl="0" algn="ctr" eaLnBrk="1" hangingPunct="1"/>
                      <a:r>
                        <a:rPr lang="zh-CN" altLang="en-US" sz="1800" b="1" dirty="0">
                          <a:solidFill>
                            <a:srgbClr val="000000"/>
                          </a:solidFill>
                          <a:ea typeface="Times New Roman" pitchFamily="18" charset="0"/>
                        </a:rPr>
                        <a:t>低</a:t>
                      </a:r>
                    </a:p>
                  </a:txBody>
                  <a:tcPr>
                    <a:lnL w="12700" cap="flat" cmpd="sng">
                      <a:solidFill>
                        <a:srgbClr val="000000">
                          <a:alpha val="100000"/>
                        </a:srgbClr>
                      </a:solidFill>
                      <a:prstDash val="solid"/>
                      <a:round/>
                      <a:tailEnd type="triangle" w="med" len="med"/>
                    </a:lnL>
                    <a:lnR w="12700" cap="flat" cmpd="sng">
                      <a:solidFill>
                        <a:srgbClr val="000000">
                          <a:alpha val="100000"/>
                        </a:srgbClr>
                      </a:solidFill>
                      <a:prstDash val="solid"/>
                      <a:round/>
                      <a:tailEnd type="triangle" w="med" len="med"/>
                    </a:lnR>
                    <a:lnT w="12700" cap="flat" cmpd="sng">
                      <a:solidFill>
                        <a:srgbClr val="000000">
                          <a:alpha val="100000"/>
                        </a:srgbClr>
                      </a:solidFill>
                      <a:prstDash val="solid"/>
                      <a:round/>
                      <a:tailEnd type="triangle" w="med" len="med"/>
                    </a:lnT>
                    <a:lnB w="12700" cap="flat" cmpd="sng">
                      <a:solidFill>
                        <a:srgbClr val="000000">
                          <a:alpha val="100000"/>
                        </a:srgbClr>
                      </a:solidFill>
                      <a:prstDash val="solid"/>
                      <a:round/>
                      <a:tailEnd type="triangle" w="med" len="med"/>
                    </a:lnB>
                    <a:noFill/>
                  </a:tcPr>
                </a:tc>
                <a:tc>
                  <a:txBody>
                    <a:bodyPr/>
                    <a:lstStyle/>
                    <a:p>
                      <a:pPr lvl="0" algn="ctr" eaLnBrk="1" hangingPunct="1"/>
                      <a:r>
                        <a:rPr lang="zh-CN" altLang="en-US" sz="1800" b="1" dirty="0">
                          <a:solidFill>
                            <a:srgbClr val="000000"/>
                          </a:solidFill>
                          <a:ea typeface="Times New Roman" pitchFamily="18" charset="0"/>
                        </a:rPr>
                        <a:t>低</a:t>
                      </a:r>
                    </a:p>
                  </a:txBody>
                  <a:tcPr>
                    <a:lnL w="12700" cap="flat" cmpd="sng">
                      <a:solidFill>
                        <a:srgbClr val="000000">
                          <a:alpha val="100000"/>
                        </a:srgbClr>
                      </a:solidFill>
                      <a:prstDash val="solid"/>
                      <a:round/>
                      <a:tailEnd type="triangle" w="med" len="med"/>
                    </a:lnL>
                    <a:lnR w="12700" cap="flat" cmpd="sng">
                      <a:solidFill>
                        <a:srgbClr val="000000">
                          <a:alpha val="100000"/>
                        </a:srgbClr>
                      </a:solidFill>
                      <a:prstDash val="solid"/>
                      <a:round/>
                    </a:lnR>
                    <a:lnT w="12700" cap="flat" cmpd="sng">
                      <a:solidFill>
                        <a:srgbClr val="000000">
                          <a:alpha val="100000"/>
                        </a:srgbClr>
                      </a:solidFill>
                      <a:prstDash val="solid"/>
                      <a:round/>
                      <a:tailEnd type="triangle" w="med" len="med"/>
                    </a:lnT>
                    <a:lnB w="12700" cap="flat" cmpd="sng">
                      <a:solidFill>
                        <a:srgbClr val="000000">
                          <a:alpha val="100000"/>
                        </a:srgbClr>
                      </a:solidFill>
                      <a:prstDash val="solid"/>
                      <a:round/>
                      <a:tailEnd type="triangle" w="med" len="med"/>
                    </a:lnB>
                    <a:noFill/>
                  </a:tcPr>
                </a:tc>
                <a:extLst>
                  <a:ext uri="{0D108BD9-81ED-4DB2-BD59-A6C34878D82A}">
                    <a16:rowId xmlns:a16="http://schemas.microsoft.com/office/drawing/2014/main" val="10004"/>
                  </a:ext>
                </a:extLst>
              </a:tr>
              <a:tr h="603249">
                <a:tc vMerge="1">
                  <a:txBody>
                    <a:bodyPr/>
                    <a:lstStyle/>
                    <a:p>
                      <a:endParaRPr sz="2800"/>
                    </a:p>
                  </a:txBody>
                  <a:tcPr/>
                </a:tc>
                <a:tc>
                  <a:txBody>
                    <a:bodyPr/>
                    <a:lstStyle/>
                    <a:p>
                      <a:pPr lvl="0" algn="l" eaLnBrk="1" hangingPunct="1"/>
                      <a:r>
                        <a:rPr lang="zh-CN" altLang="en-US" sz="1800" b="1">
                          <a:solidFill>
                            <a:srgbClr val="000000"/>
                          </a:solidFill>
                          <a:ea typeface="Times New Roman" pitchFamily="18" charset="0"/>
                        </a:rPr>
                        <a:t>星      形</a:t>
                      </a:r>
                    </a:p>
                  </a:txBody>
                  <a:tcPr>
                    <a:lnL w="12700" cap="flat" cmpd="sng">
                      <a:solidFill>
                        <a:srgbClr val="000000">
                          <a:alpha val="100000"/>
                        </a:srgbClr>
                      </a:solidFill>
                      <a:prstDash val="solid"/>
                      <a:round/>
                      <a:tailEnd type="triangle" w="med" len="med"/>
                    </a:lnL>
                    <a:lnR w="12700" cap="flat" cmpd="sng">
                      <a:solidFill>
                        <a:srgbClr val="000000">
                          <a:alpha val="100000"/>
                        </a:srgbClr>
                      </a:solidFill>
                      <a:prstDash val="solid"/>
                      <a:round/>
                      <a:tailEnd type="triangle" w="med" len="med"/>
                    </a:lnR>
                    <a:lnT w="12700" cap="flat" cmpd="sng">
                      <a:solidFill>
                        <a:srgbClr val="000000">
                          <a:alpha val="100000"/>
                        </a:srgbClr>
                      </a:solidFill>
                      <a:prstDash val="solid"/>
                      <a:round/>
                      <a:tailEnd type="triangle" w="med" len="med"/>
                    </a:lnT>
                    <a:lnB w="12700" cap="flat" cmpd="sng">
                      <a:solidFill>
                        <a:srgbClr val="000000">
                          <a:alpha val="100000"/>
                        </a:srgbClr>
                      </a:solidFill>
                      <a:prstDash val="solid"/>
                      <a:round/>
                      <a:tailEnd type="triangle" w="med" len="med"/>
                    </a:lnB>
                    <a:noFill/>
                  </a:tcPr>
                </a:tc>
                <a:tc>
                  <a:txBody>
                    <a:bodyPr/>
                    <a:lstStyle/>
                    <a:p>
                      <a:pPr lvl="0" algn="l" eaLnBrk="1" hangingPunct="1"/>
                      <a:r>
                        <a:rPr lang="en-US" altLang="zh-CN" sz="1800" b="1" dirty="0">
                          <a:solidFill>
                            <a:srgbClr val="000000"/>
                          </a:solidFill>
                          <a:ea typeface="Times New Roman" pitchFamily="18" charset="0"/>
                        </a:rPr>
                        <a:t>LAN</a:t>
                      </a:r>
                    </a:p>
                  </a:txBody>
                  <a:tcPr>
                    <a:lnL w="12700" cap="flat" cmpd="sng">
                      <a:solidFill>
                        <a:srgbClr val="000000">
                          <a:alpha val="100000"/>
                        </a:srgbClr>
                      </a:solidFill>
                      <a:prstDash val="solid"/>
                      <a:round/>
                      <a:tailEnd type="triangle" w="med" len="med"/>
                    </a:lnL>
                    <a:lnR w="12700" cap="flat" cmpd="sng">
                      <a:solidFill>
                        <a:srgbClr val="000000">
                          <a:alpha val="100000"/>
                        </a:srgbClr>
                      </a:solidFill>
                      <a:prstDash val="solid"/>
                      <a:round/>
                      <a:tailEnd type="triangle" w="med" len="med"/>
                    </a:lnR>
                    <a:lnT w="12700" cap="flat" cmpd="sng">
                      <a:solidFill>
                        <a:srgbClr val="000000">
                          <a:alpha val="100000"/>
                        </a:srgbClr>
                      </a:solidFill>
                      <a:prstDash val="solid"/>
                      <a:round/>
                      <a:tailEnd type="triangle" w="med" len="med"/>
                    </a:lnT>
                    <a:lnB w="12700" cap="flat" cmpd="sng">
                      <a:solidFill>
                        <a:srgbClr val="000000">
                          <a:alpha val="100000"/>
                        </a:srgbClr>
                      </a:solidFill>
                      <a:prstDash val="solid"/>
                      <a:round/>
                      <a:tailEnd type="triangle" w="med" len="med"/>
                    </a:lnB>
                    <a:noFill/>
                  </a:tcPr>
                </a:tc>
                <a:tc>
                  <a:txBody>
                    <a:bodyPr/>
                    <a:lstStyle/>
                    <a:p>
                      <a:pPr lvl="0" algn="ctr" eaLnBrk="1" hangingPunct="1"/>
                      <a:r>
                        <a:rPr lang="zh-CN" altLang="en-US" sz="1800" b="1" dirty="0">
                          <a:solidFill>
                            <a:srgbClr val="000000"/>
                          </a:solidFill>
                          <a:ea typeface="Times New Roman" pitchFamily="18" charset="0"/>
                        </a:rPr>
                        <a:t>容易</a:t>
                      </a:r>
                    </a:p>
                  </a:txBody>
                  <a:tcPr>
                    <a:lnL w="12700" cap="flat" cmpd="sng">
                      <a:solidFill>
                        <a:srgbClr val="000000">
                          <a:alpha val="100000"/>
                        </a:srgbClr>
                      </a:solidFill>
                      <a:prstDash val="solid"/>
                      <a:round/>
                      <a:tailEnd type="triangle" w="med" len="med"/>
                    </a:lnL>
                    <a:lnR w="12700" cap="flat" cmpd="sng">
                      <a:solidFill>
                        <a:srgbClr val="000000">
                          <a:alpha val="100000"/>
                        </a:srgbClr>
                      </a:solidFill>
                      <a:prstDash val="solid"/>
                      <a:round/>
                      <a:tailEnd type="triangle" w="med" len="med"/>
                    </a:lnR>
                    <a:lnT w="12700" cap="flat" cmpd="sng">
                      <a:solidFill>
                        <a:srgbClr val="000000">
                          <a:alpha val="100000"/>
                        </a:srgbClr>
                      </a:solidFill>
                      <a:prstDash val="solid"/>
                      <a:round/>
                      <a:tailEnd type="triangle" w="med" len="med"/>
                    </a:lnT>
                    <a:lnB w="12700" cap="flat" cmpd="sng">
                      <a:solidFill>
                        <a:srgbClr val="000000">
                          <a:alpha val="100000"/>
                        </a:srgbClr>
                      </a:solidFill>
                      <a:prstDash val="solid"/>
                      <a:round/>
                      <a:tailEnd type="triangle" w="med" len="med"/>
                    </a:lnB>
                    <a:noFill/>
                  </a:tcPr>
                </a:tc>
                <a:tc>
                  <a:txBody>
                    <a:bodyPr/>
                    <a:lstStyle/>
                    <a:p>
                      <a:pPr lvl="0" algn="ctr" eaLnBrk="1" hangingPunct="1"/>
                      <a:r>
                        <a:rPr lang="zh-CN" altLang="en-US" sz="1800" b="1" dirty="0">
                          <a:solidFill>
                            <a:srgbClr val="000000"/>
                          </a:solidFill>
                          <a:ea typeface="Times New Roman" pitchFamily="18" charset="0"/>
                        </a:rPr>
                        <a:t>高</a:t>
                      </a:r>
                    </a:p>
                  </a:txBody>
                  <a:tcPr>
                    <a:lnL w="12700" cap="flat" cmpd="sng">
                      <a:solidFill>
                        <a:srgbClr val="000000">
                          <a:alpha val="100000"/>
                        </a:srgbClr>
                      </a:solidFill>
                      <a:prstDash val="solid"/>
                      <a:round/>
                      <a:tailEnd type="triangle" w="med" len="med"/>
                    </a:lnL>
                    <a:lnR w="12700" cap="flat" cmpd="sng">
                      <a:solidFill>
                        <a:srgbClr val="000000">
                          <a:alpha val="100000"/>
                        </a:srgbClr>
                      </a:solidFill>
                      <a:prstDash val="solid"/>
                      <a:round/>
                      <a:tailEnd type="triangle" w="med" len="med"/>
                    </a:lnR>
                    <a:lnT w="12700" cap="flat" cmpd="sng">
                      <a:solidFill>
                        <a:srgbClr val="000000">
                          <a:alpha val="100000"/>
                        </a:srgbClr>
                      </a:solidFill>
                      <a:prstDash val="solid"/>
                      <a:round/>
                      <a:tailEnd type="triangle" w="med" len="med"/>
                    </a:lnT>
                    <a:lnB w="12700" cap="flat" cmpd="sng">
                      <a:solidFill>
                        <a:srgbClr val="000000">
                          <a:alpha val="100000"/>
                        </a:srgbClr>
                      </a:solidFill>
                      <a:prstDash val="solid"/>
                      <a:round/>
                      <a:tailEnd type="triangle" w="med" len="med"/>
                    </a:lnB>
                    <a:noFill/>
                  </a:tcPr>
                </a:tc>
                <a:tc>
                  <a:txBody>
                    <a:bodyPr/>
                    <a:lstStyle/>
                    <a:p>
                      <a:pPr lvl="0" algn="ctr" eaLnBrk="1" hangingPunct="1"/>
                      <a:r>
                        <a:rPr lang="zh-CN" altLang="en-US" sz="1800" b="1">
                          <a:solidFill>
                            <a:srgbClr val="000000"/>
                          </a:solidFill>
                          <a:ea typeface="Times New Roman" pitchFamily="18" charset="0"/>
                        </a:rPr>
                        <a:t>低</a:t>
                      </a:r>
                    </a:p>
                  </a:txBody>
                  <a:tcPr>
                    <a:lnL w="12700" cap="flat" cmpd="sng">
                      <a:solidFill>
                        <a:srgbClr val="000000">
                          <a:alpha val="100000"/>
                        </a:srgbClr>
                      </a:solidFill>
                      <a:prstDash val="solid"/>
                      <a:round/>
                      <a:tailEnd type="triangle" w="med" len="med"/>
                    </a:lnL>
                    <a:lnR w="12700" cap="flat" cmpd="sng">
                      <a:solidFill>
                        <a:srgbClr val="000000">
                          <a:alpha val="100000"/>
                        </a:srgbClr>
                      </a:solidFill>
                      <a:prstDash val="solid"/>
                      <a:round/>
                    </a:lnR>
                    <a:lnT w="12700" cap="flat" cmpd="sng">
                      <a:solidFill>
                        <a:srgbClr val="000000">
                          <a:alpha val="100000"/>
                        </a:srgbClr>
                      </a:solidFill>
                      <a:prstDash val="solid"/>
                      <a:round/>
                      <a:tailEnd type="triangle" w="med" len="med"/>
                    </a:lnT>
                    <a:lnB w="12700" cap="flat" cmpd="sng">
                      <a:solidFill>
                        <a:srgbClr val="000000">
                          <a:alpha val="100000"/>
                        </a:srgbClr>
                      </a:solidFill>
                      <a:prstDash val="solid"/>
                      <a:round/>
                      <a:tailEnd type="triangle" w="med" len="med"/>
                    </a:lnB>
                    <a:noFill/>
                  </a:tcPr>
                </a:tc>
                <a:extLst>
                  <a:ext uri="{0D108BD9-81ED-4DB2-BD59-A6C34878D82A}">
                    <a16:rowId xmlns:a16="http://schemas.microsoft.com/office/drawing/2014/main" val="10005"/>
                  </a:ext>
                </a:extLst>
              </a:tr>
              <a:tr h="608012">
                <a:tc vMerge="1">
                  <a:txBody>
                    <a:bodyPr/>
                    <a:lstStyle/>
                    <a:p>
                      <a:endParaRPr sz="2800"/>
                    </a:p>
                  </a:txBody>
                  <a:tcPr/>
                </a:tc>
                <a:tc>
                  <a:txBody>
                    <a:bodyPr/>
                    <a:lstStyle/>
                    <a:p>
                      <a:pPr lvl="0" algn="l" eaLnBrk="1" hangingPunct="1"/>
                      <a:r>
                        <a:rPr lang="zh-CN" altLang="en-US" sz="1800" b="1" dirty="0">
                          <a:solidFill>
                            <a:srgbClr val="000000"/>
                          </a:solidFill>
                          <a:ea typeface="Times New Roman" pitchFamily="18" charset="0"/>
                        </a:rPr>
                        <a:t>蜂  窝  形</a:t>
                      </a:r>
                    </a:p>
                  </a:txBody>
                  <a:tcPr>
                    <a:lnL w="12700" cap="flat" cmpd="sng">
                      <a:solidFill>
                        <a:srgbClr val="000000">
                          <a:alpha val="100000"/>
                        </a:srgbClr>
                      </a:solidFill>
                      <a:prstDash val="solid"/>
                      <a:round/>
                      <a:tailEnd type="triangle" w="med" len="med"/>
                    </a:lnL>
                    <a:lnR w="12700" cap="flat" cmpd="sng">
                      <a:solidFill>
                        <a:srgbClr val="000000">
                          <a:alpha val="100000"/>
                        </a:srgbClr>
                      </a:solidFill>
                      <a:prstDash val="solid"/>
                      <a:round/>
                      <a:tailEnd type="triangle" w="med" len="med"/>
                    </a:lnR>
                    <a:lnT w="12700" cap="flat" cmpd="sng">
                      <a:solidFill>
                        <a:srgbClr val="000000">
                          <a:alpha val="100000"/>
                        </a:srgbClr>
                      </a:solidFill>
                      <a:prstDash val="solid"/>
                      <a:round/>
                      <a:tailEnd type="triangle" w="med" len="med"/>
                    </a:lnT>
                    <a:lnB w="12700" cap="flat" cmpd="sng">
                      <a:solidFill>
                        <a:srgbClr val="000000">
                          <a:alpha val="100000"/>
                        </a:srgbClr>
                      </a:solidFill>
                      <a:prstDash val="solid"/>
                      <a:round/>
                    </a:lnB>
                    <a:noFill/>
                  </a:tcPr>
                </a:tc>
                <a:tc>
                  <a:txBody>
                    <a:bodyPr/>
                    <a:lstStyle/>
                    <a:p>
                      <a:pPr lvl="0" algn="l" eaLnBrk="1" hangingPunct="1"/>
                      <a:r>
                        <a:rPr lang="en-US" altLang="zh-CN" sz="1800" b="1" dirty="0">
                          <a:solidFill>
                            <a:srgbClr val="000000"/>
                          </a:solidFill>
                          <a:ea typeface="Times New Roman" pitchFamily="18" charset="0"/>
                        </a:rPr>
                        <a:t>WLAN</a:t>
                      </a:r>
                    </a:p>
                  </a:txBody>
                  <a:tcPr>
                    <a:lnL w="12700" cap="flat" cmpd="sng">
                      <a:solidFill>
                        <a:srgbClr val="000000">
                          <a:alpha val="100000"/>
                        </a:srgbClr>
                      </a:solidFill>
                      <a:prstDash val="solid"/>
                      <a:round/>
                      <a:tailEnd type="triangle" w="med" len="med"/>
                    </a:lnL>
                    <a:lnR w="12700" cap="flat" cmpd="sng">
                      <a:solidFill>
                        <a:srgbClr val="000000">
                          <a:alpha val="100000"/>
                        </a:srgbClr>
                      </a:solidFill>
                      <a:prstDash val="solid"/>
                      <a:round/>
                      <a:tailEnd type="triangle" w="med" len="med"/>
                    </a:lnR>
                    <a:lnT w="12700" cap="flat" cmpd="sng">
                      <a:solidFill>
                        <a:srgbClr val="000000">
                          <a:alpha val="100000"/>
                        </a:srgbClr>
                      </a:solidFill>
                      <a:prstDash val="solid"/>
                      <a:round/>
                      <a:tailEnd type="triangle" w="med" len="med"/>
                    </a:lnT>
                    <a:lnB w="12700" cap="flat" cmpd="sng">
                      <a:solidFill>
                        <a:srgbClr val="000000">
                          <a:alpha val="100000"/>
                        </a:srgbClr>
                      </a:solidFill>
                      <a:prstDash val="solid"/>
                      <a:round/>
                    </a:lnB>
                    <a:noFill/>
                  </a:tcPr>
                </a:tc>
                <a:tc>
                  <a:txBody>
                    <a:bodyPr/>
                    <a:lstStyle/>
                    <a:p>
                      <a:pPr lvl="0" algn="ctr" eaLnBrk="1" hangingPunct="1"/>
                      <a:r>
                        <a:rPr lang="zh-CN" altLang="en-US" sz="1800" b="1" dirty="0">
                          <a:solidFill>
                            <a:srgbClr val="000000"/>
                          </a:solidFill>
                          <a:ea typeface="Times New Roman" pitchFamily="18" charset="0"/>
                        </a:rPr>
                        <a:t>容易</a:t>
                      </a:r>
                    </a:p>
                  </a:txBody>
                  <a:tcPr>
                    <a:lnL w="12700" cap="flat" cmpd="sng">
                      <a:solidFill>
                        <a:srgbClr val="000000">
                          <a:alpha val="100000"/>
                        </a:srgbClr>
                      </a:solidFill>
                      <a:prstDash val="solid"/>
                      <a:round/>
                      <a:tailEnd type="triangle" w="med" len="med"/>
                    </a:lnL>
                    <a:lnR w="12700" cap="flat" cmpd="sng">
                      <a:solidFill>
                        <a:srgbClr val="000000">
                          <a:alpha val="100000"/>
                        </a:srgbClr>
                      </a:solidFill>
                      <a:prstDash val="solid"/>
                      <a:round/>
                      <a:tailEnd type="triangle" w="med" len="med"/>
                    </a:lnR>
                    <a:lnT w="12700" cap="flat" cmpd="sng">
                      <a:solidFill>
                        <a:srgbClr val="000000">
                          <a:alpha val="100000"/>
                        </a:srgbClr>
                      </a:solidFill>
                      <a:prstDash val="solid"/>
                      <a:round/>
                      <a:tailEnd type="triangle" w="med" len="med"/>
                    </a:lnT>
                    <a:lnB w="12700" cap="flat" cmpd="sng">
                      <a:solidFill>
                        <a:srgbClr val="000000">
                          <a:alpha val="100000"/>
                        </a:srgbClr>
                      </a:solidFill>
                      <a:prstDash val="solid"/>
                      <a:round/>
                    </a:lnB>
                    <a:noFill/>
                  </a:tcPr>
                </a:tc>
                <a:tc>
                  <a:txBody>
                    <a:bodyPr/>
                    <a:lstStyle/>
                    <a:p>
                      <a:pPr lvl="0" algn="ctr" eaLnBrk="1" hangingPunct="1"/>
                      <a:r>
                        <a:rPr lang="zh-CN" altLang="en-US" sz="1800" b="1" dirty="0">
                          <a:solidFill>
                            <a:srgbClr val="000000"/>
                          </a:solidFill>
                          <a:ea typeface="Times New Roman" pitchFamily="18" charset="0"/>
                        </a:rPr>
                        <a:t>高</a:t>
                      </a:r>
                    </a:p>
                  </a:txBody>
                  <a:tcPr>
                    <a:lnL w="12700" cap="flat" cmpd="sng">
                      <a:solidFill>
                        <a:srgbClr val="000000">
                          <a:alpha val="100000"/>
                        </a:srgbClr>
                      </a:solidFill>
                      <a:prstDash val="solid"/>
                      <a:round/>
                      <a:tailEnd type="triangle" w="med" len="med"/>
                    </a:lnL>
                    <a:lnR w="12700" cap="flat" cmpd="sng">
                      <a:solidFill>
                        <a:srgbClr val="000000">
                          <a:alpha val="100000"/>
                        </a:srgbClr>
                      </a:solidFill>
                      <a:prstDash val="solid"/>
                      <a:round/>
                      <a:tailEnd type="triangle" w="med" len="med"/>
                    </a:lnR>
                    <a:lnT w="12700" cap="flat" cmpd="sng">
                      <a:solidFill>
                        <a:srgbClr val="000000">
                          <a:alpha val="100000"/>
                        </a:srgbClr>
                      </a:solidFill>
                      <a:prstDash val="solid"/>
                      <a:round/>
                      <a:tailEnd type="triangle" w="med" len="med"/>
                    </a:lnT>
                    <a:lnB w="12700" cap="flat" cmpd="sng">
                      <a:solidFill>
                        <a:srgbClr val="000000">
                          <a:alpha val="100000"/>
                        </a:srgbClr>
                      </a:solidFill>
                      <a:prstDash val="solid"/>
                      <a:round/>
                    </a:lnB>
                    <a:noFill/>
                  </a:tcPr>
                </a:tc>
                <a:tc>
                  <a:txBody>
                    <a:bodyPr/>
                    <a:lstStyle/>
                    <a:p>
                      <a:pPr lvl="0" algn="ctr" eaLnBrk="1" hangingPunct="1"/>
                      <a:r>
                        <a:rPr lang="zh-CN" altLang="en-US" sz="1800" b="1" dirty="0">
                          <a:solidFill>
                            <a:srgbClr val="000000"/>
                          </a:solidFill>
                          <a:ea typeface="Times New Roman" pitchFamily="18" charset="0"/>
                        </a:rPr>
                        <a:t>高</a:t>
                      </a:r>
                    </a:p>
                  </a:txBody>
                  <a:tcPr>
                    <a:lnL w="12700" cap="flat" cmpd="sng">
                      <a:solidFill>
                        <a:srgbClr val="000000">
                          <a:alpha val="100000"/>
                        </a:srgbClr>
                      </a:solidFill>
                      <a:prstDash val="solid"/>
                      <a:round/>
                      <a:tailEnd type="triangle" w="med" len="med"/>
                    </a:lnL>
                    <a:lnR w="12700" cap="flat" cmpd="sng">
                      <a:solidFill>
                        <a:srgbClr val="000000">
                          <a:alpha val="100000"/>
                        </a:srgbClr>
                      </a:solidFill>
                      <a:prstDash val="solid"/>
                      <a:round/>
                    </a:lnR>
                    <a:lnT w="12700" cap="flat" cmpd="sng">
                      <a:solidFill>
                        <a:srgbClr val="000000">
                          <a:alpha val="100000"/>
                        </a:srgbClr>
                      </a:solidFill>
                      <a:prstDash val="solid"/>
                      <a:round/>
                      <a:tailEnd type="triangle" w="med" len="med"/>
                    </a:lnT>
                    <a:lnB w="12700" cap="flat" cmpd="sng">
                      <a:solidFill>
                        <a:srgbClr val="000000">
                          <a:alpha val="100000"/>
                        </a:srgbClr>
                      </a:solidFill>
                      <a:prstDash val="solid"/>
                      <a:round/>
                    </a:lnB>
                    <a:noFill/>
                  </a:tcPr>
                </a:tc>
                <a:extLst>
                  <a:ext uri="{0D108BD9-81ED-4DB2-BD59-A6C34878D82A}">
                    <a16:rowId xmlns:a16="http://schemas.microsoft.com/office/drawing/2014/main" val="10006"/>
                  </a:ext>
                </a:extLst>
              </a:tr>
            </a:tbl>
          </a:graphicData>
        </a:graphic>
      </p:graphicFrame>
    </p:spTree>
  </p:cSld>
  <p:clrMapOvr>
    <a:masterClrMapping/>
  </p:clrMapOvr>
  <p:transition spd="slow">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9" name="Rectangle 2"/>
          <p:cNvSpPr>
            <a:spLocks noGrp="1"/>
          </p:cNvSpPr>
          <p:nvPr>
            <p:ph type="title"/>
          </p:nvPr>
        </p:nvSpPr>
        <p:spPr>
          <a:xfrm>
            <a:off x="335360" y="789782"/>
            <a:ext cx="10442376" cy="759619"/>
          </a:xfrm>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dirty="0"/>
              <a:t>3.1  </a:t>
            </a:r>
            <a:r>
              <a:rPr lang="zh-CN" altLang="en-US" dirty="0"/>
              <a:t>点对点传输网络</a:t>
            </a:r>
          </a:p>
        </p:txBody>
      </p:sp>
      <p:sp>
        <p:nvSpPr>
          <p:cNvPr id="1048700" name="Rectangle 3"/>
          <p:cNvSpPr>
            <a:spLocks noGrp="1"/>
          </p:cNvSpPr>
          <p:nvPr>
            <p:ph idx="1"/>
          </p:nvPr>
        </p:nvSpPr>
        <p:spPr>
          <a:xfrm>
            <a:off x="838200" y="1496499"/>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marL="0" indent="0" eaLnBrk="1" hangingPunct="1">
              <a:buNone/>
            </a:pPr>
            <a:r>
              <a:rPr lang="en-US" altLang="zh-CN" sz="3200" b="1" dirty="0">
                <a:solidFill>
                  <a:srgbClr val="0000FF"/>
                </a:solidFill>
              </a:rPr>
              <a:t>3.1.2  </a:t>
            </a:r>
            <a:r>
              <a:rPr lang="zh-CN" altLang="en-US" sz="3200" b="1" dirty="0">
                <a:solidFill>
                  <a:srgbClr val="0000FF"/>
                </a:solidFill>
              </a:rPr>
              <a:t>链路网络结构</a:t>
            </a:r>
          </a:p>
          <a:p>
            <a:pPr marL="0" indent="0" eaLnBrk="1" hangingPunct="1"/>
            <a:r>
              <a:rPr lang="zh-CN" altLang="en-US" dirty="0">
                <a:solidFill>
                  <a:srgbClr val="FF0000"/>
                </a:solidFill>
                <a:effectLst>
                  <a:outerShdw blurRad="38100" dist="38100" dir="2700000" algn="tl">
                    <a:srgbClr val="C0C0C0"/>
                  </a:outerShdw>
                </a:effectLst>
              </a:rPr>
              <a:t>链路形网络由点对点串联而成。</a:t>
            </a:r>
          </a:p>
          <a:p>
            <a:pPr lvl="1" eaLnBrk="1" hangingPunct="1"/>
            <a:r>
              <a:rPr lang="en-US" altLang="zh-CN" dirty="0" err="1"/>
              <a:t>链路网与总线网结构相同，工作原理不同</a:t>
            </a:r>
            <a:r>
              <a:rPr lang="en-US" altLang="zh-CN" dirty="0"/>
              <a:t>。</a:t>
            </a:r>
          </a:p>
          <a:p>
            <a:pPr marL="0" indent="0" eaLnBrk="1" hangingPunct="1"/>
            <a:endParaRPr lang="zh-CN" altLang="en-US" dirty="0"/>
          </a:p>
          <a:p>
            <a:pPr marL="0" indent="0" eaLnBrk="1" hangingPunct="1"/>
            <a:r>
              <a:rPr lang="zh-CN" altLang="en-US" dirty="0"/>
              <a:t>链路网与总线网的区别：</a:t>
            </a:r>
          </a:p>
          <a:p>
            <a:pPr lvl="1" eaLnBrk="1" hangingPunct="1"/>
            <a:r>
              <a:rPr lang="zh-CN" altLang="en-US" dirty="0"/>
              <a:t>总线网络采用</a:t>
            </a:r>
            <a:r>
              <a:rPr lang="zh-CN" altLang="en-US" dirty="0">
                <a:solidFill>
                  <a:srgbClr val="FF0000"/>
                </a:solidFill>
                <a:effectLst>
                  <a:outerShdw blurRad="38100" dist="38100" dir="2700000" algn="tl">
                    <a:srgbClr val="C0C0C0"/>
                  </a:outerShdw>
                </a:effectLst>
                <a:ea typeface="黑体" pitchFamily="49" charset="-122"/>
              </a:rPr>
              <a:t>广播</a:t>
            </a:r>
            <a:r>
              <a:rPr lang="zh-CN" altLang="en-US" dirty="0"/>
              <a:t>方式进行数据传输；</a:t>
            </a:r>
          </a:p>
          <a:p>
            <a:pPr lvl="1" eaLnBrk="1" hangingPunct="1"/>
            <a:r>
              <a:rPr lang="zh-CN" altLang="en-US" dirty="0"/>
              <a:t>而链路形网络采用</a:t>
            </a:r>
            <a:r>
              <a:rPr lang="zh-CN" altLang="en-US" dirty="0">
                <a:solidFill>
                  <a:srgbClr val="FF0000"/>
                </a:solidFill>
                <a:effectLst>
                  <a:outerShdw blurRad="38100" dist="38100" dir="2700000" algn="tl">
                    <a:srgbClr val="C0C0C0"/>
                  </a:outerShdw>
                </a:effectLst>
                <a:ea typeface="黑体" pitchFamily="49" charset="-122"/>
              </a:rPr>
              <a:t>点对点</a:t>
            </a:r>
            <a:r>
              <a:rPr lang="zh-CN" altLang="en-US" dirty="0"/>
              <a:t>方式进行信号传输。</a:t>
            </a:r>
          </a:p>
        </p:txBody>
      </p:sp>
      <p:pic>
        <p:nvPicPr>
          <p:cNvPr id="2097159" name="图片 6"/>
          <p:cNvPicPr>
            <a:picLocks/>
          </p:cNvPicPr>
          <p:nvPr/>
        </p:nvPicPr>
        <p:blipFill>
          <a:blip r:embed="rId5"/>
          <a:srcRect/>
          <a:stretch>
            <a:fillRect/>
          </a:stretch>
        </p:blipFill>
        <p:spPr>
          <a:xfrm>
            <a:off x="2351584" y="4869160"/>
            <a:ext cx="6729859" cy="175484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4"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3.1  </a:t>
            </a:r>
            <a:r>
              <a:rPr lang="zh-CN" altLang="en-US"/>
              <a:t>点对点传输网络</a:t>
            </a:r>
          </a:p>
        </p:txBody>
      </p:sp>
      <p:sp>
        <p:nvSpPr>
          <p:cNvPr id="1048705" name="Rectangle 3"/>
          <p:cNvSpPr>
            <a:spLocks noGrp="1"/>
          </p:cNvSpPr>
          <p:nvPr>
            <p:ph idx="1"/>
          </p:nvPr>
        </p:nvSpPr>
        <p:spPr>
          <a:xfrm>
            <a:off x="838200" y="1628800"/>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链路形网络拓扑结构简单，易于布线，节省传输介质</a:t>
            </a:r>
            <a:r>
              <a:rPr lang="en-US" altLang="zh-CN" dirty="0"/>
              <a:t>(</a:t>
            </a:r>
            <a:r>
              <a:rPr lang="zh-CN" altLang="en-US" dirty="0"/>
              <a:t>一般为光缆</a:t>
            </a:r>
            <a:r>
              <a:rPr lang="en-US" altLang="zh-CN" dirty="0"/>
              <a:t>)</a:t>
            </a:r>
            <a:r>
              <a:rPr lang="zh-CN" altLang="en-US" dirty="0"/>
              <a:t>，用于主干传输链路。</a:t>
            </a:r>
          </a:p>
          <a:p>
            <a:pPr lvl="0" eaLnBrk="1" hangingPunct="1"/>
            <a:endParaRPr lang="zh-CN" altLang="en-US" dirty="0"/>
          </a:p>
          <a:p>
            <a:pPr lvl="0" eaLnBrk="1" hangingPunct="1"/>
            <a:r>
              <a:rPr lang="zh-CN" altLang="en-US" dirty="0"/>
              <a:t>链路结构网络有：</a:t>
            </a:r>
            <a:r>
              <a:rPr lang="en-US" altLang="zh-CN" dirty="0">
                <a:solidFill>
                  <a:srgbClr val="FF0000"/>
                </a:solidFill>
                <a:effectLst>
                  <a:outerShdw blurRad="38100" dist="38100" dir="2700000" algn="tl">
                    <a:srgbClr val="C0C0C0"/>
                  </a:outerShdw>
                </a:effectLst>
              </a:rPr>
              <a:t>SDH</a:t>
            </a:r>
            <a:r>
              <a:rPr lang="zh-CN" altLang="en-US" dirty="0">
                <a:solidFill>
                  <a:srgbClr val="FF0000"/>
                </a:solidFill>
                <a:effectLst>
                  <a:outerShdw blurRad="38100" dist="38100" dir="2700000" algn="tl">
                    <a:srgbClr val="C0C0C0"/>
                  </a:outerShdw>
                </a:effectLst>
              </a:rPr>
              <a:t>（同步数字体系）、</a:t>
            </a:r>
            <a:r>
              <a:rPr lang="en-US" altLang="zh-CN" dirty="0">
                <a:solidFill>
                  <a:srgbClr val="FF0000"/>
                </a:solidFill>
                <a:effectLst>
                  <a:outerShdw blurRad="38100" dist="38100" dir="2700000" algn="tl">
                    <a:srgbClr val="C0C0C0"/>
                  </a:outerShdw>
                </a:effectLst>
              </a:rPr>
              <a:t>DWDM</a:t>
            </a:r>
            <a:r>
              <a:rPr lang="zh-CN" altLang="en-US" dirty="0">
                <a:solidFill>
                  <a:srgbClr val="FF0000"/>
                </a:solidFill>
                <a:effectLst>
                  <a:outerShdw blurRad="38100" dist="38100" dir="2700000" algn="tl">
                    <a:srgbClr val="C0C0C0"/>
                  </a:outerShdw>
                </a:effectLst>
              </a:rPr>
              <a:t>（密集型光波复用）</a:t>
            </a:r>
            <a:r>
              <a:rPr lang="zh-CN" altLang="en-US" dirty="0"/>
              <a:t>等。</a:t>
            </a:r>
          </a:p>
          <a:p>
            <a:pPr lvl="0" eaLnBrk="1" hangingPunct="1"/>
            <a:endParaRPr lang="zh-CN" altLang="en-US" dirty="0"/>
          </a:p>
          <a:p>
            <a:pPr lvl="0" eaLnBrk="1" hangingPunct="1"/>
            <a:r>
              <a:rPr lang="zh-CN" altLang="en-US" dirty="0"/>
              <a:t>点对点可看作是链路形网的一种特殊情况。</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9" name="Rectangle 2"/>
          <p:cNvSpPr>
            <a:spLocks noGrp="1"/>
          </p:cNvSpPr>
          <p:nvPr>
            <p:ph type="title"/>
          </p:nvPr>
        </p:nvSpPr>
        <p:spPr>
          <a:xfrm>
            <a:off x="695400" y="777213"/>
            <a:ext cx="10515600" cy="493936"/>
          </a:xfrm>
          <a:prstGeom prst="rect">
            <a:avLst/>
          </a:prstGeom>
          <a:noFill/>
          <a:ln>
            <a:noFill/>
          </a:ln>
        </p:spPr>
        <p:txBody>
          <a:bodyPr vert="horz" lIns="91440" tIns="45720" rIns="91440" bIns="45720" rtlCol="0" anchor="ctr">
            <a:normAutofit fontScale="90000"/>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dirty="0"/>
              <a:t>3.1  </a:t>
            </a:r>
            <a:r>
              <a:rPr lang="zh-CN" altLang="en-US" dirty="0"/>
              <a:t>点对点传输网络</a:t>
            </a:r>
          </a:p>
        </p:txBody>
      </p:sp>
      <p:sp>
        <p:nvSpPr>
          <p:cNvPr id="1048710" name="Rectangle 3"/>
          <p:cNvSpPr>
            <a:spLocks noGrp="1"/>
          </p:cNvSpPr>
          <p:nvPr>
            <p:ph idx="1"/>
          </p:nvPr>
        </p:nvSpPr>
        <p:spPr>
          <a:xfrm>
            <a:off x="406114" y="1271149"/>
            <a:ext cx="9938320" cy="595263"/>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en-US" altLang="zh-CN" dirty="0"/>
              <a:t>[</a:t>
            </a:r>
            <a:r>
              <a:rPr lang="zh-CN" altLang="en-US" dirty="0"/>
              <a:t>案例</a:t>
            </a:r>
            <a:r>
              <a:rPr lang="en-US" altLang="zh-CN" dirty="0"/>
              <a:t>] </a:t>
            </a:r>
            <a:r>
              <a:rPr lang="zh-CN" altLang="en-US" dirty="0"/>
              <a:t>链路形网络应用</a:t>
            </a:r>
          </a:p>
        </p:txBody>
      </p:sp>
      <p:pic>
        <p:nvPicPr>
          <p:cNvPr id="2097160" name="Picture 4" descr="WL47"/>
          <p:cNvPicPr>
            <a:picLocks/>
          </p:cNvPicPr>
          <p:nvPr/>
        </p:nvPicPr>
        <p:blipFill>
          <a:blip r:embed="rId5"/>
          <a:srcRect/>
          <a:stretch>
            <a:fillRect/>
          </a:stretch>
        </p:blipFill>
        <p:spPr>
          <a:xfrm>
            <a:off x="2170906" y="1844582"/>
            <a:ext cx="6408737" cy="4886325"/>
          </a:xfrm>
          <a:prstGeom prst="rect">
            <a:avLst/>
          </a:prstGeom>
          <a:noFill/>
          <a:ln>
            <a:noFill/>
          </a:ln>
        </p:spPr>
      </p:pic>
      <p:sp>
        <p:nvSpPr>
          <p:cNvPr id="1048711" name="Line 5"/>
          <p:cNvSpPr/>
          <p:nvPr/>
        </p:nvSpPr>
        <p:spPr>
          <a:xfrm flipV="1">
            <a:off x="3648867" y="3860801"/>
            <a:ext cx="1368425" cy="360362"/>
          </a:xfrm>
          <a:prstGeom prst="line">
            <a:avLst/>
          </a:prstGeom>
          <a:noFill/>
          <a:ln w="28575" cap="flat" cmpd="sng">
            <a:solidFill>
              <a:srgbClr val="FF0000">
                <a:alpha val="100000"/>
              </a:srgbClr>
            </a:solidFill>
            <a:prstDash val="solid"/>
            <a:round/>
          </a:ln>
        </p:spPr>
      </p:sp>
      <p:sp>
        <p:nvSpPr>
          <p:cNvPr id="1048712" name="Line 7"/>
          <p:cNvSpPr/>
          <p:nvPr/>
        </p:nvSpPr>
        <p:spPr>
          <a:xfrm>
            <a:off x="5448300" y="3860801"/>
            <a:ext cx="1223962" cy="288925"/>
          </a:xfrm>
          <a:prstGeom prst="line">
            <a:avLst/>
          </a:prstGeom>
          <a:noFill/>
          <a:ln w="28575" cap="flat" cmpd="sng">
            <a:solidFill>
              <a:srgbClr val="FF0000">
                <a:alpha val="100000"/>
              </a:srgbClr>
            </a:solidFill>
            <a:prstDash val="solid"/>
            <a:round/>
          </a:ln>
        </p:spPr>
      </p:sp>
      <p:sp>
        <p:nvSpPr>
          <p:cNvPr id="1048713" name="Line 9"/>
          <p:cNvSpPr/>
          <p:nvPr/>
        </p:nvSpPr>
        <p:spPr>
          <a:xfrm flipV="1">
            <a:off x="6959601" y="3213101"/>
            <a:ext cx="1152525" cy="936625"/>
          </a:xfrm>
          <a:prstGeom prst="line">
            <a:avLst/>
          </a:prstGeom>
          <a:noFill/>
          <a:ln w="28575" cap="flat" cmpd="sng">
            <a:solidFill>
              <a:srgbClr val="FF0000">
                <a:alpha val="100000"/>
              </a:srgbClr>
            </a:solidFill>
            <a:prstDash val="solid"/>
            <a:round/>
          </a:ln>
        </p:spPr>
      </p:sp>
      <p:sp>
        <p:nvSpPr>
          <p:cNvPr id="1048714" name="Line 10"/>
          <p:cNvSpPr/>
          <p:nvPr/>
        </p:nvSpPr>
        <p:spPr>
          <a:xfrm>
            <a:off x="5232400" y="2781300"/>
            <a:ext cx="0" cy="1008062"/>
          </a:xfrm>
          <a:prstGeom prst="line">
            <a:avLst/>
          </a:prstGeom>
          <a:noFill/>
          <a:ln w="28575" cap="flat" cmpd="sng">
            <a:solidFill>
              <a:srgbClr val="FF0000">
                <a:alpha val="100000"/>
              </a:srgbClr>
            </a:solidFill>
            <a:prstDash val="solid"/>
            <a:round/>
          </a:ln>
        </p:spPr>
      </p:sp>
      <p:sp>
        <p:nvSpPr>
          <p:cNvPr id="1048715" name="Line 16"/>
          <p:cNvSpPr/>
          <p:nvPr/>
        </p:nvSpPr>
        <p:spPr>
          <a:xfrm flipV="1">
            <a:off x="5375275" y="2205037"/>
            <a:ext cx="792162" cy="360362"/>
          </a:xfrm>
          <a:prstGeom prst="line">
            <a:avLst/>
          </a:prstGeom>
          <a:noFill/>
          <a:ln w="28575" cap="flat" cmpd="sng">
            <a:solidFill>
              <a:srgbClr val="FF0000">
                <a:alpha val="100000"/>
              </a:srgbClr>
            </a:solidFill>
            <a:prstDash val="solid"/>
            <a:roun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9"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3.1  </a:t>
            </a:r>
            <a:r>
              <a:rPr lang="zh-CN" altLang="en-US"/>
              <a:t>点对点传输网络</a:t>
            </a:r>
          </a:p>
        </p:txBody>
      </p:sp>
      <p:sp>
        <p:nvSpPr>
          <p:cNvPr id="1048720" name="Rectangle 3"/>
          <p:cNvSpPr>
            <a:spLocks noGrp="1"/>
          </p:cNvSpPr>
          <p:nvPr>
            <p:ph idx="1"/>
          </p:nvPr>
        </p:nvSpPr>
        <p:spPr>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链路形结构的优点</a:t>
            </a:r>
          </a:p>
          <a:p>
            <a:pPr lvl="1" eaLnBrk="1" hangingPunct="1"/>
            <a:r>
              <a:rPr lang="en-US" altLang="zh-CN" dirty="0" err="1"/>
              <a:t>设备无关性</a:t>
            </a:r>
            <a:r>
              <a:rPr lang="en-US" altLang="zh-CN" dirty="0"/>
              <a:t>。</a:t>
            </a:r>
          </a:p>
          <a:p>
            <a:pPr lvl="1" eaLnBrk="1" hangingPunct="1"/>
            <a:r>
              <a:rPr lang="en-US" altLang="zh-CN" dirty="0" err="1"/>
              <a:t>独立性</a:t>
            </a:r>
            <a:r>
              <a:rPr lang="en-US" altLang="zh-CN" dirty="0"/>
              <a:t>。</a:t>
            </a:r>
          </a:p>
          <a:p>
            <a:pPr lvl="1" eaLnBrk="1" hangingPunct="1"/>
            <a:r>
              <a:rPr lang="en-US" altLang="zh-CN" dirty="0" err="1"/>
              <a:t>安全性</a:t>
            </a:r>
            <a:r>
              <a:rPr lang="en-US" altLang="zh-CN" dirty="0"/>
              <a:t>。</a:t>
            </a:r>
          </a:p>
          <a:p>
            <a:pPr lvl="1" eaLnBrk="1" hangingPunct="1"/>
            <a:r>
              <a:rPr lang="en-US" altLang="zh-CN" dirty="0" err="1"/>
              <a:t>非中心化</a:t>
            </a:r>
            <a:r>
              <a:rPr lang="en-US" altLang="zh-CN" dirty="0"/>
              <a:t>。</a:t>
            </a:r>
          </a:p>
          <a:p>
            <a:pPr lvl="1" eaLnBrk="1" hangingPunct="1"/>
            <a:endParaRPr lang="zh-CN" altLang="en-US" dirty="0"/>
          </a:p>
          <a:p>
            <a:pPr lvl="0" eaLnBrk="1" hangingPunct="1"/>
            <a:r>
              <a:rPr lang="zh-CN" altLang="en-US" dirty="0"/>
              <a:t>链路形结构的缺点</a:t>
            </a:r>
          </a:p>
          <a:p>
            <a:pPr lvl="1" eaLnBrk="1" hangingPunct="1"/>
            <a:r>
              <a:rPr lang="zh-CN" altLang="en-US" dirty="0"/>
              <a:t>连接较多。</a:t>
            </a:r>
          </a:p>
          <a:p>
            <a:pPr lvl="1" eaLnBrk="1" hangingPunct="1"/>
            <a:r>
              <a:rPr lang="zh-CN" altLang="en-US" dirty="0"/>
              <a:t>时延较大。</a:t>
            </a:r>
          </a:p>
        </p:txBody>
      </p:sp>
      <p:pic>
        <p:nvPicPr>
          <p:cNvPr id="2097161" name="图片 1"/>
          <p:cNvPicPr>
            <a:picLocks/>
          </p:cNvPicPr>
          <p:nvPr/>
        </p:nvPicPr>
        <p:blipFill>
          <a:blip r:embed="rId5"/>
          <a:srcRect/>
          <a:stretch>
            <a:fillRect/>
          </a:stretch>
        </p:blipFill>
        <p:spPr>
          <a:xfrm>
            <a:off x="5732462" y="1709737"/>
            <a:ext cx="4914900" cy="51054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4"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3.1  </a:t>
            </a:r>
            <a:r>
              <a:rPr lang="zh-CN" altLang="en-US"/>
              <a:t>点对点传输网络</a:t>
            </a:r>
          </a:p>
        </p:txBody>
      </p:sp>
      <p:sp>
        <p:nvSpPr>
          <p:cNvPr id="1048725" name="Rectangle 3"/>
          <p:cNvSpPr>
            <a:spLocks noGrp="1"/>
          </p:cNvSpPr>
          <p:nvPr>
            <p:ph idx="1"/>
          </p:nvPr>
        </p:nvSpPr>
        <p:spPr>
          <a:xfrm>
            <a:off x="817667" y="1412776"/>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en-US" altLang="zh-CN" dirty="0"/>
              <a:t>[</a:t>
            </a:r>
            <a:r>
              <a:rPr lang="zh-CN" altLang="en-US" dirty="0"/>
              <a:t>案例</a:t>
            </a:r>
            <a:r>
              <a:rPr lang="en-US" altLang="zh-CN" dirty="0"/>
              <a:t>] </a:t>
            </a:r>
            <a:r>
              <a:rPr lang="zh-CN" altLang="en-US" dirty="0"/>
              <a:t>链路形网络应用</a:t>
            </a:r>
          </a:p>
        </p:txBody>
      </p:sp>
      <p:pic>
        <p:nvPicPr>
          <p:cNvPr id="2097162" name="Picture 4" descr="省网-1"/>
          <p:cNvPicPr>
            <a:picLocks/>
          </p:cNvPicPr>
          <p:nvPr/>
        </p:nvPicPr>
        <p:blipFill>
          <a:blip r:embed="rId5"/>
          <a:srcRect/>
          <a:stretch>
            <a:fillRect/>
          </a:stretch>
        </p:blipFill>
        <p:spPr>
          <a:xfrm>
            <a:off x="1919287" y="1909763"/>
            <a:ext cx="8748712" cy="365918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9"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3.1  </a:t>
            </a:r>
            <a:r>
              <a:rPr lang="zh-CN" altLang="en-US"/>
              <a:t>点对点传输网络</a:t>
            </a:r>
          </a:p>
        </p:txBody>
      </p:sp>
      <p:sp>
        <p:nvSpPr>
          <p:cNvPr id="1048730" name="Rectangle 3"/>
          <p:cNvSpPr>
            <a:spLocks noGrp="1"/>
          </p:cNvSpPr>
          <p:nvPr>
            <p:ph idx="1"/>
          </p:nvPr>
        </p:nvSpPr>
        <p:spPr>
          <a:xfrm>
            <a:off x="843835" y="1321867"/>
            <a:ext cx="9938320" cy="667271"/>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en-US" altLang="zh-CN" dirty="0"/>
              <a:t>[</a:t>
            </a:r>
            <a:r>
              <a:rPr lang="zh-CN" altLang="en-US" dirty="0"/>
              <a:t>案例</a:t>
            </a:r>
            <a:r>
              <a:rPr lang="en-US" altLang="zh-CN" dirty="0"/>
              <a:t>] </a:t>
            </a:r>
            <a:r>
              <a:rPr lang="zh-CN" altLang="en-US" dirty="0"/>
              <a:t>链路形网络应用</a:t>
            </a:r>
          </a:p>
        </p:txBody>
      </p:sp>
      <p:pic>
        <p:nvPicPr>
          <p:cNvPr id="2097163" name="Picture 4" descr="WL10"/>
          <p:cNvPicPr>
            <a:picLocks/>
          </p:cNvPicPr>
          <p:nvPr/>
        </p:nvPicPr>
        <p:blipFill>
          <a:blip r:embed="rId5"/>
          <a:srcRect/>
          <a:stretch>
            <a:fillRect/>
          </a:stretch>
        </p:blipFill>
        <p:spPr>
          <a:xfrm>
            <a:off x="2351087" y="1989138"/>
            <a:ext cx="7848600" cy="42640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4"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dirty="0"/>
              <a:t>3.1  </a:t>
            </a:r>
            <a:r>
              <a:rPr lang="zh-CN" altLang="en-US" dirty="0"/>
              <a:t>点对点传输网络</a:t>
            </a:r>
          </a:p>
        </p:txBody>
      </p:sp>
      <p:sp>
        <p:nvSpPr>
          <p:cNvPr id="1048735" name="Rectangle 3"/>
          <p:cNvSpPr>
            <a:spLocks noGrp="1"/>
          </p:cNvSpPr>
          <p:nvPr>
            <p:ph idx="1"/>
          </p:nvPr>
        </p:nvSpPr>
        <p:spPr>
          <a:xfrm>
            <a:off x="816414" y="1628800"/>
            <a:ext cx="10515600" cy="4351338"/>
          </a:xfrm>
          <a:prstGeom prst="rect">
            <a:avLst/>
          </a:prstGeom>
          <a:noFill/>
          <a:ln>
            <a:noFill/>
          </a:ln>
        </p:spPr>
        <p:txBody>
          <a:bodyPr vert="horz" lIns="91440" tIns="45720" rIns="91440" bIns="45720" rtlCol="0" anchor="t">
            <a:normAutofit fontScale="92500" lnSpcReduction="10000"/>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buFontTx/>
              <a:buNone/>
            </a:pPr>
            <a:r>
              <a:rPr lang="en-US" altLang="zh-CN" sz="3200" b="1" dirty="0">
                <a:solidFill>
                  <a:srgbClr val="0000FF"/>
                </a:solidFill>
              </a:rPr>
              <a:t>3.1.3  </a:t>
            </a:r>
            <a:r>
              <a:rPr lang="zh-CN" altLang="en-US" sz="3200" b="1" dirty="0">
                <a:solidFill>
                  <a:srgbClr val="0000FF"/>
                </a:solidFill>
              </a:rPr>
              <a:t>环形网络结构</a:t>
            </a:r>
          </a:p>
          <a:p>
            <a:pPr lvl="0" eaLnBrk="1" hangingPunct="1"/>
            <a:r>
              <a:rPr lang="zh-CN" altLang="en-US" sz="3200" dirty="0"/>
              <a:t>环网在首尾相接的闭合环中进行通信</a:t>
            </a:r>
            <a:r>
              <a:rPr lang="en-US" altLang="zh-CN" dirty="0"/>
              <a:t>。</a:t>
            </a:r>
          </a:p>
          <a:p>
            <a:pPr lvl="0" eaLnBrk="1" hangingPunct="1"/>
            <a:endParaRPr lang="zh-CN" altLang="en-US" dirty="0"/>
          </a:p>
          <a:p>
            <a:pPr lvl="0" eaLnBrk="1" hangingPunct="1"/>
            <a:r>
              <a:rPr lang="zh-CN" altLang="en-US" dirty="0"/>
              <a:t>环网结构有：</a:t>
            </a:r>
          </a:p>
          <a:p>
            <a:pPr lvl="1" eaLnBrk="1" hangingPunct="1"/>
            <a:r>
              <a:rPr lang="zh-CN" altLang="en-US" dirty="0"/>
              <a:t>单环</a:t>
            </a:r>
          </a:p>
          <a:p>
            <a:pPr lvl="1" eaLnBrk="1" hangingPunct="1"/>
            <a:r>
              <a:rPr lang="zh-CN" altLang="en-US" dirty="0"/>
              <a:t>多环</a:t>
            </a:r>
          </a:p>
          <a:p>
            <a:pPr lvl="1" eaLnBrk="1" hangingPunct="1"/>
            <a:r>
              <a:rPr lang="zh-CN" altLang="en-US" dirty="0"/>
              <a:t>环相切</a:t>
            </a:r>
          </a:p>
          <a:p>
            <a:pPr lvl="1" eaLnBrk="1" hangingPunct="1"/>
            <a:r>
              <a:rPr lang="zh-CN" altLang="en-US" dirty="0"/>
              <a:t>环内切</a:t>
            </a:r>
          </a:p>
          <a:p>
            <a:pPr lvl="1" eaLnBrk="1" hangingPunct="1"/>
            <a:r>
              <a:rPr lang="zh-CN" altLang="en-US" dirty="0"/>
              <a:t>环相交</a:t>
            </a:r>
          </a:p>
          <a:p>
            <a:pPr lvl="1" eaLnBrk="1" hangingPunct="1"/>
            <a:r>
              <a:rPr lang="zh-CN" altLang="en-US" dirty="0"/>
              <a:t>环相连等</a:t>
            </a:r>
          </a:p>
        </p:txBody>
      </p:sp>
      <p:pic>
        <p:nvPicPr>
          <p:cNvPr id="2097164" name="Picture 4" descr="图03-03 环型拓扑结构3"/>
          <p:cNvPicPr>
            <a:picLocks/>
          </p:cNvPicPr>
          <p:nvPr/>
        </p:nvPicPr>
        <p:blipFill>
          <a:blip r:embed="rId5"/>
          <a:srcRect/>
          <a:stretch>
            <a:fillRect/>
          </a:stretch>
        </p:blipFill>
        <p:spPr>
          <a:xfrm>
            <a:off x="4079876" y="4005262"/>
            <a:ext cx="6300787" cy="133191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9"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3.1  </a:t>
            </a:r>
            <a:r>
              <a:rPr lang="zh-CN" altLang="en-US"/>
              <a:t>点对点传输网络</a:t>
            </a:r>
          </a:p>
        </p:txBody>
      </p:sp>
      <p:sp>
        <p:nvSpPr>
          <p:cNvPr id="1048740" name="Rectangle 3"/>
          <p:cNvSpPr>
            <a:spLocks noGrp="1"/>
          </p:cNvSpPr>
          <p:nvPr>
            <p:ph idx="1"/>
          </p:nvPr>
        </p:nvSpPr>
        <p:spPr>
          <a:xfrm>
            <a:off x="911424" y="1357313"/>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en-US" altLang="zh-CN" dirty="0"/>
              <a:t>SDH</a:t>
            </a:r>
            <a:r>
              <a:rPr lang="zh-CN" altLang="en-US" dirty="0"/>
              <a:t>环网结构应用</a:t>
            </a:r>
          </a:p>
        </p:txBody>
      </p:sp>
      <p:grpSp>
        <p:nvGrpSpPr>
          <p:cNvPr id="151" name="组合 150"/>
          <p:cNvGrpSpPr/>
          <p:nvPr/>
        </p:nvGrpSpPr>
        <p:grpSpPr>
          <a:xfrm>
            <a:off x="1992313" y="2017713"/>
            <a:ext cx="8137525" cy="3355975"/>
            <a:chOff x="431" y="1389"/>
            <a:chExt cx="5126" cy="2114"/>
          </a:xfrm>
        </p:grpSpPr>
        <p:pic>
          <p:nvPicPr>
            <p:cNvPr id="2097165" name="Picture 5" descr="图03-03 环型拓扑结构3"/>
            <p:cNvPicPr>
              <a:picLocks/>
            </p:cNvPicPr>
            <p:nvPr/>
          </p:nvPicPr>
          <p:blipFill>
            <a:blip r:embed="rId5"/>
            <a:srcRect/>
            <a:stretch>
              <a:fillRect/>
            </a:stretch>
          </p:blipFill>
          <p:spPr>
            <a:xfrm>
              <a:off x="431" y="1389"/>
              <a:ext cx="5126" cy="2114"/>
            </a:xfrm>
            <a:prstGeom prst="rect">
              <a:avLst/>
            </a:prstGeom>
            <a:noFill/>
            <a:ln>
              <a:noFill/>
            </a:ln>
          </p:spPr>
        </p:pic>
        <p:sp>
          <p:nvSpPr>
            <p:cNvPr id="1048741" name="Rectangle 6"/>
            <p:cNvSpPr/>
            <p:nvPr/>
          </p:nvSpPr>
          <p:spPr>
            <a:xfrm>
              <a:off x="431" y="1434"/>
              <a:ext cx="725" cy="726"/>
            </a:xfrm>
            <a:prstGeom prst="rect">
              <a:avLst/>
            </a:prstGeom>
            <a:solidFill>
              <a:schemeClr val="lt1"/>
            </a:solidFill>
            <a:ln>
              <a:noFill/>
            </a:ln>
          </p:spPr>
          <p:txBody>
            <a:bodyPr vert="horz" wrap="none" lIns="91440" tIns="45720" rIns="91440" bIns="45720" anchor="ctr"/>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hangingPunct="1"/>
              <a:endParaRPr lang="zh-CN" altLang="en-US"/>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5"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3.1  </a:t>
            </a:r>
            <a:r>
              <a:rPr lang="zh-CN" altLang="en-US"/>
              <a:t>点对点传输网络</a:t>
            </a:r>
          </a:p>
        </p:txBody>
      </p:sp>
      <p:sp>
        <p:nvSpPr>
          <p:cNvPr id="1048746" name="Rectangle 3"/>
          <p:cNvSpPr>
            <a:spLocks noGrp="1"/>
          </p:cNvSpPr>
          <p:nvPr>
            <p:ph idx="1"/>
          </p:nvPr>
        </p:nvSpPr>
        <p:spPr>
          <a:xfrm>
            <a:off x="845468" y="1690688"/>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已经淘汰的环网：</a:t>
            </a:r>
          </a:p>
          <a:p>
            <a:pPr lvl="1" eaLnBrk="1" hangingPunct="1"/>
            <a:r>
              <a:rPr lang="en-US" altLang="zh-CN" dirty="0"/>
              <a:t>Token Ring</a:t>
            </a:r>
            <a:r>
              <a:rPr lang="zh-CN" altLang="en-US" sz="2000" b="1" dirty="0"/>
              <a:t>（令牌环）</a:t>
            </a:r>
          </a:p>
          <a:p>
            <a:pPr lvl="1" eaLnBrk="1" hangingPunct="1"/>
            <a:r>
              <a:rPr lang="en-US" altLang="zh-CN" dirty="0"/>
              <a:t>FDDI</a:t>
            </a:r>
          </a:p>
          <a:p>
            <a:pPr lvl="1" eaLnBrk="1" hangingPunct="1"/>
            <a:endParaRPr lang="en-US" altLang="zh-CN" dirty="0"/>
          </a:p>
          <a:p>
            <a:pPr lvl="0" eaLnBrk="1" hangingPunct="1"/>
            <a:r>
              <a:rPr lang="zh-CN" altLang="en-US" dirty="0"/>
              <a:t>目前使用的环网：</a:t>
            </a:r>
          </a:p>
          <a:p>
            <a:pPr lvl="1" eaLnBrk="1" hangingPunct="1"/>
            <a:r>
              <a:rPr lang="en-US" altLang="zh-CN" dirty="0">
                <a:solidFill>
                  <a:srgbClr val="FF0000"/>
                </a:solidFill>
                <a:effectLst>
                  <a:outerShdw blurRad="38100" dist="38100" dir="2700000" algn="tl">
                    <a:srgbClr val="C0C0C0"/>
                  </a:outerShdw>
                </a:effectLst>
              </a:rPr>
              <a:t>SDH</a:t>
            </a:r>
            <a:r>
              <a:rPr lang="zh-CN" altLang="en-US" sz="2000" b="1" dirty="0"/>
              <a:t>（同步数字系列）</a:t>
            </a:r>
          </a:p>
          <a:p>
            <a:pPr lvl="1" eaLnBrk="1" hangingPunct="1"/>
            <a:r>
              <a:rPr lang="en-US" altLang="zh-CN" dirty="0">
                <a:solidFill>
                  <a:srgbClr val="FF0000"/>
                </a:solidFill>
                <a:effectLst>
                  <a:outerShdw blurRad="38100" dist="38100" dir="2700000" algn="tl">
                    <a:srgbClr val="C0C0C0"/>
                  </a:outerShdw>
                </a:effectLst>
              </a:rPr>
              <a:t>DWDM</a:t>
            </a:r>
            <a:r>
              <a:rPr lang="zh-CN" altLang="en-US" sz="2000" b="1" dirty="0"/>
              <a:t>（密集波分复用）</a:t>
            </a:r>
          </a:p>
          <a:p>
            <a:pPr lvl="1" eaLnBrk="1" hangingPunct="1"/>
            <a:r>
              <a:rPr lang="en-US" altLang="zh-CN" dirty="0"/>
              <a:t>RPR</a:t>
            </a:r>
            <a:r>
              <a:rPr lang="zh-CN" altLang="en-US" sz="2000" b="1" dirty="0"/>
              <a:t>（弹性分组环路）</a:t>
            </a:r>
          </a:p>
        </p:txBody>
      </p:sp>
      <p:pic>
        <p:nvPicPr>
          <p:cNvPr id="2097166" name="图片 1"/>
          <p:cNvPicPr>
            <a:picLocks/>
          </p:cNvPicPr>
          <p:nvPr/>
        </p:nvPicPr>
        <p:blipFill>
          <a:blip r:embed="rId5"/>
          <a:srcRect/>
          <a:stretch>
            <a:fillRect/>
          </a:stretch>
        </p:blipFill>
        <p:spPr>
          <a:xfrm>
            <a:off x="6096001" y="1557338"/>
            <a:ext cx="4352925" cy="38258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0"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3.1  </a:t>
            </a:r>
            <a:r>
              <a:rPr lang="zh-CN" altLang="en-US"/>
              <a:t>点对点传输网络</a:t>
            </a:r>
          </a:p>
        </p:txBody>
      </p:sp>
      <p:sp>
        <p:nvSpPr>
          <p:cNvPr id="1048751" name="Rectangle 3"/>
          <p:cNvSpPr>
            <a:spLocks noGrp="1"/>
          </p:cNvSpPr>
          <p:nvPr>
            <p:ph idx="1"/>
          </p:nvPr>
        </p:nvSpPr>
        <p:spPr>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环网特点</a:t>
            </a:r>
          </a:p>
          <a:p>
            <a:pPr lvl="1" eaLnBrk="1" hangingPunct="1"/>
            <a:r>
              <a:rPr lang="zh-CN" altLang="en-US" dirty="0"/>
              <a:t>每个节点都与两个相临的节点相连，因而是一种</a:t>
            </a:r>
            <a:r>
              <a:rPr lang="zh-CN" altLang="en-US" dirty="0">
                <a:solidFill>
                  <a:srgbClr val="FF0000"/>
                </a:solidFill>
                <a:effectLst>
                  <a:outerShdw blurRad="38100" dist="38100" dir="2700000" algn="tl">
                    <a:srgbClr val="C0C0C0"/>
                  </a:outerShdw>
                </a:effectLst>
                <a:ea typeface="黑体" pitchFamily="49" charset="-122"/>
              </a:rPr>
              <a:t>点对点通信模式</a:t>
            </a:r>
            <a:r>
              <a:rPr lang="en-US" altLang="zh-CN" b="1" dirty="0"/>
              <a:t>。</a:t>
            </a:r>
          </a:p>
          <a:p>
            <a:pPr lvl="1" eaLnBrk="1" hangingPunct="1"/>
            <a:endParaRPr lang="zh-CN" altLang="en-US" b="1" dirty="0"/>
          </a:p>
          <a:p>
            <a:pPr lvl="0" eaLnBrk="1" hangingPunct="1"/>
            <a:r>
              <a:rPr lang="zh-CN" altLang="en-US" dirty="0"/>
              <a:t>环网信号</a:t>
            </a:r>
            <a:r>
              <a:rPr lang="zh-CN" altLang="en-US" dirty="0">
                <a:solidFill>
                  <a:srgbClr val="FF0000"/>
                </a:solidFill>
                <a:effectLst>
                  <a:outerShdw blurRad="38100" dist="38100" dir="2700000" algn="tl">
                    <a:srgbClr val="C0C0C0"/>
                  </a:outerShdw>
                </a:effectLst>
              </a:rPr>
              <a:t>单向传输</a:t>
            </a:r>
            <a:r>
              <a:rPr lang="zh-CN" altLang="en-US" dirty="0"/>
              <a:t>，如果</a:t>
            </a:r>
            <a:r>
              <a:rPr lang="en-US" altLang="zh-CN" i="1" dirty="0"/>
              <a:t>N</a:t>
            </a:r>
            <a:r>
              <a:rPr lang="zh-CN" altLang="en-US" dirty="0"/>
              <a:t>+1节点需要将数据发送到</a:t>
            </a:r>
            <a:r>
              <a:rPr lang="en-US" altLang="zh-CN" i="1" dirty="0"/>
              <a:t>N</a:t>
            </a:r>
            <a:r>
              <a:rPr lang="zh-CN" altLang="en-US" dirty="0"/>
              <a:t>节点，要绕环网络一周才能到达</a:t>
            </a:r>
            <a:r>
              <a:rPr lang="en-US" altLang="zh-CN" i="1" dirty="0"/>
              <a:t>N</a:t>
            </a:r>
            <a:r>
              <a:rPr lang="zh-CN" altLang="en-US" dirty="0"/>
              <a:t>节点。</a:t>
            </a:r>
          </a:p>
          <a:p>
            <a:pPr lvl="0" eaLnBrk="1" hangingPunct="1"/>
            <a:endParaRPr lang="zh-CN" altLang="en-US" dirty="0"/>
          </a:p>
          <a:p>
            <a:pPr lvl="0" eaLnBrk="1" hangingPunct="1"/>
            <a:r>
              <a:rPr lang="zh-CN" altLang="en-US" dirty="0"/>
              <a:t>环网在节点过多时会产生较大的信号时延。</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5"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3.1  </a:t>
            </a:r>
            <a:r>
              <a:rPr lang="zh-CN" altLang="en-US"/>
              <a:t>点对点传输网络</a:t>
            </a:r>
          </a:p>
        </p:txBody>
      </p:sp>
      <p:sp>
        <p:nvSpPr>
          <p:cNvPr id="1048756" name="Rectangle 3"/>
          <p:cNvSpPr>
            <a:spLocks noGrp="1"/>
          </p:cNvSpPr>
          <p:nvPr>
            <p:ph idx="1"/>
          </p:nvPr>
        </p:nvSpPr>
        <p:spPr>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a:t>在工程实施中，往往在环的</a:t>
            </a:r>
            <a:r>
              <a:rPr lang="zh-CN" altLang="en-US">
                <a:solidFill>
                  <a:srgbClr val="FF0000"/>
                </a:solidFill>
                <a:effectLst>
                  <a:outerShdw blurRad="38100" dist="38100" dir="2700000" algn="tl">
                    <a:srgbClr val="C0C0C0"/>
                  </a:outerShdw>
                </a:effectLst>
              </a:rPr>
              <a:t>两端实现环封闭</a:t>
            </a:r>
            <a:r>
              <a:rPr lang="zh-CN" altLang="en-US"/>
              <a:t>。因此环网在物理上呈总线形状，逻辑上仍然是环型结构。</a:t>
            </a:r>
          </a:p>
          <a:p>
            <a:pPr lvl="0" eaLnBrk="1" hangingPunct="1">
              <a:buFontTx/>
              <a:buNone/>
            </a:pPr>
            <a:endParaRPr lang="zh-CN" altLang="en-US"/>
          </a:p>
          <a:p>
            <a:pPr lvl="0" eaLnBrk="1" hangingPunct="1"/>
            <a:r>
              <a:rPr lang="zh-CN" altLang="en-US"/>
              <a:t>工程中双环网络拓扑结构</a:t>
            </a:r>
          </a:p>
        </p:txBody>
      </p:sp>
      <p:pic>
        <p:nvPicPr>
          <p:cNvPr id="2097167" name="Picture 4" descr="图片4"/>
          <p:cNvPicPr>
            <a:picLocks/>
          </p:cNvPicPr>
          <p:nvPr/>
        </p:nvPicPr>
        <p:blipFill>
          <a:blip r:embed="rId5"/>
          <a:srcRect/>
          <a:stretch>
            <a:fillRect/>
          </a:stretch>
        </p:blipFill>
        <p:spPr>
          <a:xfrm>
            <a:off x="1992312" y="3211512"/>
            <a:ext cx="8459788" cy="137001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0"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3.1  </a:t>
            </a:r>
            <a:r>
              <a:rPr lang="zh-CN" altLang="en-US"/>
              <a:t>点对点传输网络</a:t>
            </a:r>
          </a:p>
        </p:txBody>
      </p:sp>
      <p:sp>
        <p:nvSpPr>
          <p:cNvPr id="1048761" name="Rectangle 3"/>
          <p:cNvSpPr>
            <a:spLocks noGrp="1"/>
          </p:cNvSpPr>
          <p:nvPr>
            <p:ph idx="1"/>
          </p:nvPr>
        </p:nvSpPr>
        <p:spPr>
          <a:xfrm>
            <a:off x="838200" y="1484784"/>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双环网络的自愈功能</a:t>
            </a:r>
          </a:p>
          <a:p>
            <a:pPr lvl="1" eaLnBrk="1" hangingPunct="1"/>
            <a:r>
              <a:rPr lang="en-US" altLang="zh-CN" dirty="0" err="1"/>
              <a:t>单环网络中，如果环网中某一节点断开，环上所有节点的通信就会终止</a:t>
            </a:r>
            <a:r>
              <a:rPr lang="en-US" altLang="zh-CN" dirty="0"/>
              <a:t>。</a:t>
            </a:r>
          </a:p>
          <a:p>
            <a:pPr lvl="1" eaLnBrk="1" hangingPunct="1"/>
            <a:r>
              <a:rPr lang="en-US" altLang="zh-CN" dirty="0" err="1"/>
              <a:t>环网采用双环或多环结构</a:t>
            </a:r>
            <a:r>
              <a:rPr lang="en-US" altLang="zh-CN" dirty="0"/>
              <a:t>。</a:t>
            </a:r>
          </a:p>
          <a:p>
            <a:pPr lvl="1" eaLnBrk="1" hangingPunct="1"/>
            <a:r>
              <a:rPr lang="en-US" altLang="zh-CN" dirty="0" err="1"/>
              <a:t>在SDH</a:t>
            </a:r>
            <a:r>
              <a:rPr lang="zh-CN" altLang="en-US" dirty="0"/>
              <a:t>环网正常工作时，外环（数据通路）传输数据，内环（保护通路）作为备用环路。当环路发生故障时，信号会自动从外环切换到内环，这种功能称为环网的“</a:t>
            </a:r>
            <a:r>
              <a:rPr lang="zh-CN" altLang="en-US" dirty="0">
                <a:solidFill>
                  <a:srgbClr val="FF0000"/>
                </a:solidFill>
                <a:effectLst>
                  <a:outerShdw blurRad="38100" dist="38100" dir="2700000" algn="tl">
                    <a:srgbClr val="C0C0C0"/>
                  </a:outerShdw>
                </a:effectLst>
                <a:ea typeface="黑体" pitchFamily="49" charset="-122"/>
              </a:rPr>
              <a:t>自愈</a:t>
            </a:r>
            <a:r>
              <a:rPr lang="zh-CN" altLang="en-US" dirty="0"/>
              <a:t>”功能。</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5"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3.1  </a:t>
            </a:r>
            <a:r>
              <a:rPr lang="zh-CN" altLang="en-US"/>
              <a:t>点对点传输网络</a:t>
            </a:r>
          </a:p>
        </p:txBody>
      </p:sp>
      <p:sp>
        <p:nvSpPr>
          <p:cNvPr id="1048766" name="Rectangle 3"/>
          <p:cNvSpPr>
            <a:spLocks noGrp="1"/>
          </p:cNvSpPr>
          <p:nvPr>
            <p:ph idx="1"/>
          </p:nvPr>
        </p:nvSpPr>
        <p:spPr>
          <a:xfrm>
            <a:off x="910431" y="1340768"/>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双环网络的自愈功能</a:t>
            </a:r>
          </a:p>
        </p:txBody>
      </p:sp>
      <p:pic>
        <p:nvPicPr>
          <p:cNvPr id="2097168" name="Picture 4" descr="图03-05 SDH自愈环工作原理"/>
          <p:cNvPicPr>
            <a:picLocks/>
          </p:cNvPicPr>
          <p:nvPr/>
        </p:nvPicPr>
        <p:blipFill>
          <a:blip r:embed="rId5"/>
          <a:srcRect/>
          <a:stretch>
            <a:fillRect/>
          </a:stretch>
        </p:blipFill>
        <p:spPr>
          <a:xfrm>
            <a:off x="2063750" y="1844675"/>
            <a:ext cx="8208962" cy="430371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3.1  </a:t>
            </a:r>
            <a:r>
              <a:rPr lang="zh-CN" altLang="en-US"/>
              <a:t>点对点传输网络</a:t>
            </a:r>
          </a:p>
        </p:txBody>
      </p:sp>
      <p:sp>
        <p:nvSpPr>
          <p:cNvPr id="1048771" name="Rectangle 3"/>
          <p:cNvSpPr>
            <a:spLocks noGrp="1"/>
          </p:cNvSpPr>
          <p:nvPr>
            <p:ph idx="1"/>
          </p:nvPr>
        </p:nvSpPr>
        <p:spPr>
          <a:xfrm>
            <a:off x="767408" y="1484784"/>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双环网络的自愈功能</a:t>
            </a:r>
          </a:p>
        </p:txBody>
      </p:sp>
      <p:pic>
        <p:nvPicPr>
          <p:cNvPr id="2097169" name="图片 1"/>
          <p:cNvPicPr>
            <a:picLocks/>
          </p:cNvPicPr>
          <p:nvPr/>
        </p:nvPicPr>
        <p:blipFill>
          <a:blip r:embed="rId5"/>
          <a:srcRect/>
          <a:stretch>
            <a:fillRect/>
          </a:stretch>
        </p:blipFill>
        <p:spPr>
          <a:xfrm>
            <a:off x="1955801" y="1916112"/>
            <a:ext cx="8639175" cy="380206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5"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3.1  </a:t>
            </a:r>
            <a:r>
              <a:rPr lang="zh-CN" altLang="en-US"/>
              <a:t>点对点传输网络</a:t>
            </a:r>
          </a:p>
        </p:txBody>
      </p:sp>
      <p:sp>
        <p:nvSpPr>
          <p:cNvPr id="1048776" name="Rectangle 3"/>
          <p:cNvSpPr>
            <a:spLocks noGrp="1"/>
          </p:cNvSpPr>
          <p:nvPr>
            <p:ph idx="1"/>
          </p:nvPr>
        </p:nvSpPr>
        <p:spPr>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环网络的优点：</a:t>
            </a:r>
          </a:p>
          <a:p>
            <a:pPr lvl="1" eaLnBrk="1" hangingPunct="1"/>
            <a:r>
              <a:rPr lang="en-US" altLang="zh-CN" dirty="0" err="1"/>
              <a:t>不需要集中设备</a:t>
            </a:r>
            <a:r>
              <a:rPr lang="en-US" altLang="zh-CN" dirty="0"/>
              <a:t>(</a:t>
            </a:r>
            <a:r>
              <a:rPr lang="zh-CN" altLang="en-US" dirty="0"/>
              <a:t>如交换机</a:t>
            </a:r>
            <a:r>
              <a:rPr lang="en-US" altLang="zh-CN" dirty="0"/>
              <a:t>)</a:t>
            </a:r>
            <a:r>
              <a:rPr lang="zh-CN" altLang="en-US" dirty="0"/>
              <a:t>，消除了对中心系统的依赖性；</a:t>
            </a:r>
          </a:p>
          <a:p>
            <a:pPr lvl="1" eaLnBrk="1" hangingPunct="1"/>
            <a:r>
              <a:rPr lang="zh-CN" altLang="en-US" dirty="0"/>
              <a:t>信号沿环单向传输，传输时延固定；</a:t>
            </a:r>
          </a:p>
          <a:p>
            <a:pPr lvl="1" eaLnBrk="1" hangingPunct="1"/>
            <a:r>
              <a:rPr lang="zh-CN" altLang="en-US" dirty="0"/>
              <a:t>所需光缆较少，适宜于长距离传输；</a:t>
            </a:r>
          </a:p>
          <a:p>
            <a:pPr lvl="1" eaLnBrk="1" hangingPunct="1"/>
            <a:r>
              <a:rPr lang="zh-CN" altLang="en-US" dirty="0"/>
              <a:t>各个节点负载较为均衡；</a:t>
            </a:r>
          </a:p>
          <a:p>
            <a:pPr lvl="1" eaLnBrk="1" hangingPunct="1"/>
            <a:r>
              <a:rPr lang="zh-CN" altLang="en-US" dirty="0"/>
              <a:t>双环或多环网络具有自愈功能；</a:t>
            </a:r>
          </a:p>
          <a:p>
            <a:pPr lvl="1" eaLnBrk="1" hangingPunct="1"/>
            <a:r>
              <a:rPr lang="zh-CN" altLang="en-US" dirty="0"/>
              <a:t>可实现动态路由；</a:t>
            </a:r>
          </a:p>
          <a:p>
            <a:pPr lvl="1" eaLnBrk="1" hangingPunct="1"/>
            <a:r>
              <a:rPr lang="zh-CN" altLang="en-US" dirty="0"/>
              <a:t>路径选择简单，不容易发生地址冲突等问题。</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80"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3.1  </a:t>
            </a:r>
            <a:r>
              <a:rPr lang="zh-CN" altLang="en-US"/>
              <a:t>点对点传输网络</a:t>
            </a:r>
          </a:p>
        </p:txBody>
      </p:sp>
      <p:sp>
        <p:nvSpPr>
          <p:cNvPr id="1048781" name="Rectangle 3"/>
          <p:cNvSpPr>
            <a:spLocks noGrp="1"/>
          </p:cNvSpPr>
          <p:nvPr>
            <p:ph idx="1"/>
          </p:nvPr>
        </p:nvSpPr>
        <p:spPr>
          <a:xfrm>
            <a:off x="785019" y="1340768"/>
            <a:ext cx="10423549" cy="3024336"/>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环形网络拓扑结构的缺点：</a:t>
            </a:r>
          </a:p>
          <a:p>
            <a:pPr lvl="1" eaLnBrk="1" hangingPunct="1"/>
            <a:r>
              <a:rPr lang="zh-CN" altLang="en-US" dirty="0"/>
              <a:t>不适用于多用户接入；</a:t>
            </a:r>
          </a:p>
          <a:p>
            <a:pPr lvl="1" eaLnBrk="1" hangingPunct="1"/>
            <a:r>
              <a:rPr lang="zh-CN" altLang="en-US" dirty="0"/>
              <a:t>增加节点时，会导致路由跳数增加；</a:t>
            </a:r>
          </a:p>
          <a:p>
            <a:pPr lvl="1" eaLnBrk="1" hangingPunct="1"/>
            <a:r>
              <a:rPr lang="zh-CN" altLang="en-US" dirty="0"/>
              <a:t>难以进行故障诊断；</a:t>
            </a:r>
          </a:p>
          <a:p>
            <a:pPr lvl="1" eaLnBrk="1" hangingPunct="1"/>
            <a:r>
              <a:rPr lang="zh-CN" altLang="en-US" dirty="0"/>
              <a:t>结构发生变化时，需要重新配置整个环网；</a:t>
            </a:r>
          </a:p>
          <a:p>
            <a:pPr lvl="1" eaLnBrk="1" hangingPunct="1"/>
            <a:r>
              <a:rPr lang="zh-CN" altLang="en-US" dirty="0"/>
              <a:t>投资成本较高。</a:t>
            </a:r>
          </a:p>
        </p:txBody>
      </p:sp>
      <p:pic>
        <p:nvPicPr>
          <p:cNvPr id="2097170" name="图片 5"/>
          <p:cNvPicPr>
            <a:picLocks/>
          </p:cNvPicPr>
          <p:nvPr/>
        </p:nvPicPr>
        <p:blipFill>
          <a:blip r:embed="rId5"/>
          <a:srcRect/>
          <a:stretch>
            <a:fillRect/>
          </a:stretch>
        </p:blipFill>
        <p:spPr>
          <a:xfrm>
            <a:off x="4085141" y="3861048"/>
            <a:ext cx="7094537" cy="2706687"/>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85"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3.1  </a:t>
            </a:r>
            <a:r>
              <a:rPr lang="zh-CN" altLang="en-US"/>
              <a:t>点对点传输网络</a:t>
            </a:r>
          </a:p>
        </p:txBody>
      </p:sp>
      <p:sp>
        <p:nvSpPr>
          <p:cNvPr id="1048786" name="Rectangle 3"/>
          <p:cNvSpPr>
            <a:spLocks noGrp="1"/>
          </p:cNvSpPr>
          <p:nvPr>
            <p:ph idx="1"/>
          </p:nvPr>
        </p:nvSpPr>
        <p:spPr>
          <a:xfrm>
            <a:off x="838200" y="1340768"/>
            <a:ext cx="10586392" cy="504056"/>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环形网络应用案例：</a:t>
            </a:r>
          </a:p>
        </p:txBody>
      </p:sp>
      <p:pic>
        <p:nvPicPr>
          <p:cNvPr id="2097171" name="图片 1"/>
          <p:cNvPicPr>
            <a:picLocks/>
          </p:cNvPicPr>
          <p:nvPr/>
        </p:nvPicPr>
        <p:blipFill>
          <a:blip r:embed="rId5"/>
          <a:srcRect/>
          <a:stretch>
            <a:fillRect/>
          </a:stretch>
        </p:blipFill>
        <p:spPr>
          <a:xfrm>
            <a:off x="2209800" y="1798637"/>
            <a:ext cx="7415212" cy="50609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90"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3.1  </a:t>
            </a:r>
            <a:r>
              <a:rPr lang="zh-CN" altLang="en-US"/>
              <a:t>点对点传输网络</a:t>
            </a:r>
          </a:p>
        </p:txBody>
      </p:sp>
      <p:sp>
        <p:nvSpPr>
          <p:cNvPr id="1048791" name="Rectangle 3"/>
          <p:cNvSpPr>
            <a:spLocks noGrp="1"/>
          </p:cNvSpPr>
          <p:nvPr>
            <p:ph idx="1"/>
          </p:nvPr>
        </p:nvSpPr>
        <p:spPr>
          <a:xfrm>
            <a:off x="838200" y="1340768"/>
            <a:ext cx="10226352" cy="457870"/>
          </a:xfrm>
          <a:prstGeom prst="rect">
            <a:avLst/>
          </a:prstGeom>
          <a:noFill/>
          <a:ln>
            <a:noFill/>
          </a:ln>
        </p:spPr>
        <p:txBody>
          <a:bodyPr vert="horz" lIns="91440" tIns="45720" rIns="91440" bIns="45720" rtlCol="0" anchor="t">
            <a:normAutofit lnSpcReduction="10000"/>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环网络应用案例</a:t>
            </a:r>
          </a:p>
        </p:txBody>
      </p:sp>
      <p:pic>
        <p:nvPicPr>
          <p:cNvPr id="2097172" name="Picture 4" descr="WL04"/>
          <p:cNvPicPr>
            <a:picLocks/>
          </p:cNvPicPr>
          <p:nvPr/>
        </p:nvPicPr>
        <p:blipFill>
          <a:blip r:embed="rId5"/>
          <a:srcRect/>
          <a:stretch>
            <a:fillRect/>
          </a:stretch>
        </p:blipFill>
        <p:spPr>
          <a:xfrm>
            <a:off x="2279650" y="1798638"/>
            <a:ext cx="6553200" cy="49498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96" name="Rectangle 3"/>
          <p:cNvSpPr>
            <a:spLocks noGrp="1"/>
          </p:cNvSpPr>
          <p:nvPr>
            <p:ph idx="1"/>
          </p:nvPr>
        </p:nvSpPr>
        <p:spPr>
          <a:xfrm>
            <a:off x="263352" y="1062036"/>
            <a:ext cx="1368152" cy="4959252"/>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4"/>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5"/>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5"/>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5"/>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en-US" altLang="zh-CN" dirty="0"/>
              <a:t>[</a:t>
            </a:r>
            <a:r>
              <a:rPr lang="zh-CN" altLang="en-US" dirty="0"/>
              <a:t>案例</a:t>
            </a:r>
            <a:r>
              <a:rPr lang="en-US" altLang="zh-CN" dirty="0"/>
              <a:t>P42] </a:t>
            </a:r>
            <a:r>
              <a:rPr lang="zh-CN" altLang="en-US" dirty="0"/>
              <a:t>环网结构</a:t>
            </a:r>
          </a:p>
        </p:txBody>
      </p:sp>
      <p:pic>
        <p:nvPicPr>
          <p:cNvPr id="2097173" name="Picture 4" descr="省网-吉林省DWDM干线"/>
          <p:cNvPicPr>
            <a:picLocks/>
          </p:cNvPicPr>
          <p:nvPr/>
        </p:nvPicPr>
        <p:blipFill>
          <a:blip r:embed="rId6"/>
          <a:srcRect/>
          <a:stretch>
            <a:fillRect/>
          </a:stretch>
        </p:blipFill>
        <p:spPr>
          <a:xfrm>
            <a:off x="2639616" y="1043816"/>
            <a:ext cx="8495928" cy="5129808"/>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0" name="Rectangle 2"/>
          <p:cNvSpPr>
            <a:spLocks noGrp="1"/>
          </p:cNvSpPr>
          <p:nvPr>
            <p:ph type="title"/>
          </p:nvPr>
        </p:nvSpPr>
        <p:spPr>
          <a:xfrm>
            <a:off x="28600" y="692009"/>
            <a:ext cx="10515600" cy="583409"/>
          </a:xfrm>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dirty="0"/>
              <a:t>3.1  </a:t>
            </a:r>
            <a:r>
              <a:rPr lang="zh-CN" altLang="en-US" dirty="0"/>
              <a:t>点对点类型网络拓扑结构</a:t>
            </a:r>
          </a:p>
        </p:txBody>
      </p:sp>
      <p:sp>
        <p:nvSpPr>
          <p:cNvPr id="1048801" name="Rectangle 3"/>
          <p:cNvSpPr>
            <a:spLocks noGrp="1"/>
          </p:cNvSpPr>
          <p:nvPr>
            <p:ph idx="1"/>
          </p:nvPr>
        </p:nvSpPr>
        <p:spPr>
          <a:xfrm>
            <a:off x="407368" y="1542257"/>
            <a:ext cx="1873424"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en-US" altLang="zh-CN" dirty="0"/>
              <a:t>[</a:t>
            </a:r>
            <a:r>
              <a:rPr lang="zh-CN" altLang="en-US" dirty="0"/>
              <a:t>案例</a:t>
            </a:r>
            <a:r>
              <a:rPr lang="en-US" altLang="zh-CN" dirty="0"/>
              <a:t>P42] </a:t>
            </a:r>
            <a:r>
              <a:rPr lang="zh-CN" altLang="en-US" dirty="0"/>
              <a:t>环网结构</a:t>
            </a:r>
          </a:p>
        </p:txBody>
      </p:sp>
      <p:pic>
        <p:nvPicPr>
          <p:cNvPr id="2097174" name="Picture 4" descr="市网200604"/>
          <p:cNvPicPr>
            <a:picLocks/>
          </p:cNvPicPr>
          <p:nvPr/>
        </p:nvPicPr>
        <p:blipFill>
          <a:blip r:embed="rId5"/>
          <a:srcRect/>
          <a:stretch>
            <a:fillRect/>
          </a:stretch>
        </p:blipFill>
        <p:spPr>
          <a:xfrm>
            <a:off x="2567608" y="1370154"/>
            <a:ext cx="8172400" cy="4918074"/>
          </a:xfrm>
          <a:prstGeom prst="rect">
            <a:avLst/>
          </a:prstGeom>
          <a:noFill/>
          <a:ln>
            <a:noFill/>
          </a:ln>
        </p:spPr>
      </p:pic>
      <p:sp>
        <p:nvSpPr>
          <p:cNvPr id="1048802" name="AutoShape 5"/>
          <p:cNvSpPr/>
          <p:nvPr/>
        </p:nvSpPr>
        <p:spPr>
          <a:xfrm>
            <a:off x="5448300" y="115887"/>
            <a:ext cx="3168650" cy="431800"/>
          </a:xfrm>
          <a:prstGeom prst="wedgeRectCallout">
            <a:avLst>
              <a:gd name="adj1" fmla="val -29458"/>
              <a:gd name="adj2" fmla="val 27574"/>
            </a:avLst>
          </a:prstGeom>
          <a:solidFill>
            <a:srgbClr val="CCFFFF"/>
          </a:solidFill>
          <a:ln w="9525" cap="flat" cmpd="sng">
            <a:solidFill>
              <a:srgbClr val="FF0000">
                <a:alpha val="100000"/>
              </a:srgbClr>
            </a:solidFill>
            <a:prstDash val="solid"/>
            <a:round/>
          </a:ln>
        </p:spPr>
        <p:txBody>
          <a:bodyPr vert="horz" lIns="91440" tIns="45720" rIns="91440" bIns="45720" anchor="t"/>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hangingPunct="1"/>
            <a:r>
              <a:rPr lang="en-US" altLang="zh-CN" sz="2000" b="1">
                <a:solidFill>
                  <a:srgbClr val="0000FF"/>
                </a:solidFill>
              </a:rPr>
              <a:t>[</a:t>
            </a:r>
            <a:r>
              <a:rPr lang="zh-CN" altLang="en-US" sz="2000" b="1">
                <a:solidFill>
                  <a:srgbClr val="0000FF"/>
                </a:solidFill>
              </a:rPr>
              <a:t>案例</a:t>
            </a:r>
            <a:r>
              <a:rPr lang="en-US" altLang="zh-CN" sz="2000" b="1">
                <a:solidFill>
                  <a:srgbClr val="0000FF"/>
                </a:solidFill>
              </a:rPr>
              <a:t>]  SDH</a:t>
            </a:r>
            <a:r>
              <a:rPr lang="zh-CN" altLang="en-US" sz="2000" b="1">
                <a:solidFill>
                  <a:srgbClr val="0000FF"/>
                </a:solidFill>
              </a:rPr>
              <a:t>环网应用</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6" name="Rectangle 2"/>
          <p:cNvSpPr>
            <a:spLocks noGrp="1"/>
          </p:cNvSpPr>
          <p:nvPr>
            <p:ph type="title"/>
          </p:nvPr>
        </p:nvSpPr>
        <p:spPr>
          <a:xfrm>
            <a:off x="119336" y="681037"/>
            <a:ext cx="10515600" cy="565944"/>
          </a:xfrm>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dirty="0"/>
              <a:t>3.1  </a:t>
            </a:r>
            <a:r>
              <a:rPr lang="zh-CN" altLang="en-US" dirty="0"/>
              <a:t>点对点类型网络拓扑结构</a:t>
            </a:r>
          </a:p>
        </p:txBody>
      </p:sp>
      <p:sp>
        <p:nvSpPr>
          <p:cNvPr id="1048807" name="Rectangle 3"/>
          <p:cNvSpPr>
            <a:spLocks noGrp="1"/>
          </p:cNvSpPr>
          <p:nvPr>
            <p:ph idx="1"/>
          </p:nvPr>
        </p:nvSpPr>
        <p:spPr>
          <a:xfrm>
            <a:off x="838200" y="1825625"/>
            <a:ext cx="1801416"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en-US" altLang="zh-CN" dirty="0"/>
              <a:t>[</a:t>
            </a:r>
            <a:r>
              <a:rPr lang="zh-CN" altLang="en-US" dirty="0"/>
              <a:t>案例</a:t>
            </a:r>
            <a:r>
              <a:rPr lang="en-US" altLang="zh-CN" dirty="0"/>
              <a:t>P42] </a:t>
            </a:r>
            <a:r>
              <a:rPr lang="zh-CN" altLang="en-US" dirty="0"/>
              <a:t>环网结构</a:t>
            </a:r>
          </a:p>
        </p:txBody>
      </p:sp>
      <p:pic>
        <p:nvPicPr>
          <p:cNvPr id="2097175" name="Picture 4" descr="市网-保定市各个县局和市局之间的组网图"/>
          <p:cNvPicPr>
            <a:picLocks/>
          </p:cNvPicPr>
          <p:nvPr/>
        </p:nvPicPr>
        <p:blipFill>
          <a:blip r:embed="rId5"/>
          <a:srcRect/>
          <a:stretch>
            <a:fillRect/>
          </a:stretch>
        </p:blipFill>
        <p:spPr>
          <a:xfrm>
            <a:off x="4151784" y="1350690"/>
            <a:ext cx="7524328" cy="5301208"/>
          </a:xfrm>
          <a:prstGeom prst="rect">
            <a:avLst/>
          </a:prstGeom>
          <a:noFill/>
          <a:ln>
            <a:noFill/>
          </a:ln>
        </p:spPr>
      </p:pic>
      <p:sp>
        <p:nvSpPr>
          <p:cNvPr id="1048808" name="AutoShape 5"/>
          <p:cNvSpPr/>
          <p:nvPr/>
        </p:nvSpPr>
        <p:spPr>
          <a:xfrm>
            <a:off x="406995" y="3785394"/>
            <a:ext cx="2663825" cy="431800"/>
          </a:xfrm>
          <a:prstGeom prst="wedgeRectCallout">
            <a:avLst>
              <a:gd name="adj1" fmla="val -25565"/>
              <a:gd name="adj2" fmla="val 27574"/>
            </a:avLst>
          </a:prstGeom>
          <a:solidFill>
            <a:srgbClr val="CCFFFF"/>
          </a:solidFill>
          <a:ln w="9525" cap="flat" cmpd="sng">
            <a:solidFill>
              <a:srgbClr val="FF0000">
                <a:alpha val="100000"/>
              </a:srgbClr>
            </a:solidFill>
            <a:prstDash val="solid"/>
            <a:round/>
          </a:ln>
        </p:spPr>
        <p:txBody>
          <a:bodyPr vert="horz" lIns="91440" tIns="45720" rIns="91440" bIns="45720" anchor="t"/>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hangingPunct="1"/>
            <a:r>
              <a:rPr lang="en-US" altLang="zh-CN" sz="2000" b="1" dirty="0">
                <a:solidFill>
                  <a:srgbClr val="0000FF"/>
                </a:solidFill>
              </a:rPr>
              <a:t>[</a:t>
            </a:r>
            <a:r>
              <a:rPr lang="zh-CN" altLang="en-US" sz="2000" b="1" dirty="0">
                <a:solidFill>
                  <a:srgbClr val="0000FF"/>
                </a:solidFill>
              </a:rPr>
              <a:t>案例</a:t>
            </a:r>
            <a:r>
              <a:rPr lang="en-US" altLang="zh-CN" sz="2000" b="1" dirty="0">
                <a:solidFill>
                  <a:srgbClr val="0000FF"/>
                </a:solidFill>
              </a:rPr>
              <a:t>] SDH</a:t>
            </a:r>
            <a:r>
              <a:rPr lang="zh-CN" altLang="en-US" sz="2000" b="1" dirty="0">
                <a:solidFill>
                  <a:srgbClr val="0000FF"/>
                </a:solidFill>
              </a:rPr>
              <a:t>环网应用</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2"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3.1  </a:t>
            </a:r>
            <a:r>
              <a:rPr lang="zh-CN" altLang="en-US"/>
              <a:t>点对点传输网络</a:t>
            </a:r>
          </a:p>
        </p:txBody>
      </p:sp>
      <p:sp>
        <p:nvSpPr>
          <p:cNvPr id="1048813" name="Rectangle 3"/>
          <p:cNvSpPr>
            <a:spLocks noGrp="1"/>
          </p:cNvSpPr>
          <p:nvPr>
            <p:ph idx="1"/>
          </p:nvPr>
        </p:nvSpPr>
        <p:spPr>
          <a:xfrm>
            <a:off x="838200" y="1556792"/>
            <a:ext cx="10515600" cy="4351338"/>
          </a:xfrm>
          <a:prstGeom prst="rect">
            <a:avLst/>
          </a:prstGeom>
          <a:noFill/>
          <a:ln>
            <a:noFill/>
          </a:ln>
        </p:spPr>
        <p:txBody>
          <a:bodyPr vert="horz" lIns="91440" tIns="45720" rIns="91440" bIns="45720" rtlCol="0" anchor="t">
            <a:normAutofit lnSpcReduction="10000"/>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buFontTx/>
              <a:buNone/>
            </a:pPr>
            <a:r>
              <a:rPr lang="en-US" altLang="zh-CN" sz="3200" b="1" dirty="0">
                <a:solidFill>
                  <a:srgbClr val="0000FF"/>
                </a:solidFill>
              </a:rPr>
              <a:t>3.1.4  </a:t>
            </a:r>
            <a:r>
              <a:rPr lang="zh-CN" altLang="en-US" sz="3200" b="1" dirty="0">
                <a:solidFill>
                  <a:srgbClr val="0000FF"/>
                </a:solidFill>
              </a:rPr>
              <a:t>网状网络结构</a:t>
            </a:r>
          </a:p>
          <a:p>
            <a:pPr lvl="0" eaLnBrk="1" hangingPunct="1"/>
            <a:r>
              <a:rPr lang="zh-CN" altLang="en-US" dirty="0"/>
              <a:t>网状形拓扑结构采用</a:t>
            </a:r>
            <a:r>
              <a:rPr lang="zh-CN" altLang="en-US" dirty="0">
                <a:solidFill>
                  <a:srgbClr val="FF0000"/>
                </a:solidFill>
                <a:effectLst>
                  <a:outerShdw blurRad="38100" dist="38100" dir="2700000" algn="tl">
                    <a:srgbClr val="C0C0C0"/>
                  </a:outerShdw>
                </a:effectLst>
              </a:rPr>
              <a:t>点对点</a:t>
            </a:r>
            <a:r>
              <a:rPr lang="en-US" altLang="zh-CN" dirty="0" err="1"/>
              <a:t>通信方式</a:t>
            </a:r>
            <a:r>
              <a:rPr lang="en-US" altLang="zh-CN" dirty="0"/>
              <a:t>。</a:t>
            </a:r>
          </a:p>
          <a:p>
            <a:pPr lvl="1" eaLnBrk="1" hangingPunct="1"/>
            <a:r>
              <a:rPr lang="zh-CN" altLang="en-US" dirty="0"/>
              <a:t>网络中任何两个节点之间有链路连接，通信过程中不需要信号转接。</a:t>
            </a:r>
          </a:p>
          <a:p>
            <a:pPr lvl="1" eaLnBrk="1" hangingPunct="1"/>
            <a:endParaRPr lang="zh-CN" altLang="en-US" dirty="0"/>
          </a:p>
          <a:p>
            <a:pPr lvl="0" eaLnBrk="1" hangingPunct="1"/>
            <a:r>
              <a:rPr lang="zh-CN" altLang="en-US" dirty="0"/>
              <a:t>网状形结构类型：</a:t>
            </a:r>
          </a:p>
          <a:p>
            <a:pPr lvl="1" eaLnBrk="1" hangingPunct="1"/>
            <a:r>
              <a:rPr lang="en-US" altLang="zh-CN" dirty="0" err="1"/>
              <a:t>半网状形结构</a:t>
            </a:r>
            <a:endParaRPr lang="en-US" altLang="zh-CN" dirty="0"/>
          </a:p>
          <a:p>
            <a:pPr lvl="1" eaLnBrk="1" hangingPunct="1"/>
            <a:r>
              <a:rPr lang="en-US" altLang="zh-CN" dirty="0" err="1"/>
              <a:t>全网状形结构</a:t>
            </a:r>
            <a:endParaRPr lang="en-US" altLang="zh-CN" dirty="0"/>
          </a:p>
          <a:p>
            <a:pPr lvl="1" eaLnBrk="1" hangingPunct="1"/>
            <a:endParaRPr lang="zh-CN" altLang="en-US" dirty="0"/>
          </a:p>
          <a:p>
            <a:pPr lvl="0" eaLnBrk="1" hangingPunct="1"/>
            <a:r>
              <a:rPr lang="zh-CN" altLang="en-US" dirty="0"/>
              <a:t>网状结构一般用于城域网和广域网中</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76" name="Picture 4" descr="图03-06 网状型拓扑结构2"/>
          <p:cNvPicPr>
            <a:picLocks/>
          </p:cNvPicPr>
          <p:nvPr/>
        </p:nvPicPr>
        <p:blipFill>
          <a:blip r:embed="rId2"/>
          <a:srcRect/>
          <a:stretch>
            <a:fillRect/>
          </a:stretch>
        </p:blipFill>
        <p:spPr>
          <a:xfrm>
            <a:off x="4655840" y="908720"/>
            <a:ext cx="6767512" cy="5362575"/>
          </a:xfrm>
          <a:prstGeom prst="rect">
            <a:avLst/>
          </a:prstGeom>
          <a:noFill/>
          <a:ln>
            <a:noFill/>
          </a:ln>
        </p:spPr>
      </p:pic>
      <p:sp>
        <p:nvSpPr>
          <p:cNvPr id="1048817"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3.1  </a:t>
            </a:r>
            <a:r>
              <a:rPr lang="zh-CN" altLang="en-US"/>
              <a:t>点对点传输网络</a:t>
            </a:r>
          </a:p>
        </p:txBody>
      </p:sp>
      <p:sp>
        <p:nvSpPr>
          <p:cNvPr id="1048818" name="Rectangle 3"/>
          <p:cNvSpPr>
            <a:spLocks noGrp="1"/>
          </p:cNvSpPr>
          <p:nvPr>
            <p:ph idx="1"/>
          </p:nvPr>
        </p:nvSpPr>
        <p:spPr>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4"/>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5"/>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5"/>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5"/>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a:t>网状形拓扑结构</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22" name="Rectangle 3"/>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3.1  </a:t>
            </a:r>
            <a:r>
              <a:rPr lang="zh-CN" altLang="en-US"/>
              <a:t>点对点传输网络</a:t>
            </a:r>
          </a:p>
        </p:txBody>
      </p:sp>
      <p:sp>
        <p:nvSpPr>
          <p:cNvPr id="1048823" name="Rectangle 4"/>
          <p:cNvSpPr>
            <a:spLocks noGrp="1"/>
          </p:cNvSpPr>
          <p:nvPr>
            <p:ph idx="1"/>
          </p:nvPr>
        </p:nvSpPr>
        <p:spPr>
          <a:xfrm>
            <a:off x="911424" y="1484784"/>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网状形结构的优点：</a:t>
            </a:r>
          </a:p>
          <a:p>
            <a:pPr lvl="1" eaLnBrk="1" hangingPunct="1"/>
            <a:r>
              <a:rPr lang="en-US" altLang="zh-CN" dirty="0" err="1"/>
              <a:t>每个节点之间有直达链路，信号传输快</a:t>
            </a:r>
            <a:r>
              <a:rPr lang="en-US" altLang="zh-CN" dirty="0"/>
              <a:t>；</a:t>
            </a:r>
          </a:p>
          <a:p>
            <a:pPr lvl="1" eaLnBrk="1" hangingPunct="1"/>
            <a:r>
              <a:rPr lang="en-US" altLang="zh-CN" dirty="0" err="1"/>
              <a:t>通信节点不需要汇接交换功能，提高网络性能</a:t>
            </a:r>
            <a:r>
              <a:rPr lang="en-US" altLang="zh-CN" dirty="0"/>
              <a:t>；</a:t>
            </a:r>
          </a:p>
          <a:p>
            <a:pPr lvl="1" eaLnBrk="1" hangingPunct="1"/>
            <a:r>
              <a:rPr lang="en-US" altLang="zh-CN" dirty="0" err="1"/>
              <a:t>存在冗余链路，网络可靠性高</a:t>
            </a:r>
            <a:r>
              <a:rPr lang="en-US" altLang="zh-CN" dirty="0"/>
              <a:t>。</a:t>
            </a:r>
          </a:p>
          <a:p>
            <a:pPr lvl="1" eaLnBrk="1" hangingPunct="1"/>
            <a:endParaRPr lang="zh-CN" altLang="en-US" dirty="0"/>
          </a:p>
          <a:p>
            <a:pPr lvl="0" eaLnBrk="1" hangingPunct="1"/>
            <a:r>
              <a:rPr lang="zh-CN" altLang="en-US" dirty="0"/>
              <a:t>网状形结构的缺点：</a:t>
            </a:r>
          </a:p>
          <a:p>
            <a:pPr lvl="1" eaLnBrk="1" hangingPunct="1"/>
            <a:r>
              <a:rPr lang="zh-CN" altLang="en-US" dirty="0"/>
              <a:t>线路多，总长度大，基本建设和维护费用很大；</a:t>
            </a:r>
          </a:p>
          <a:p>
            <a:pPr lvl="1" eaLnBrk="1" hangingPunct="1"/>
            <a:r>
              <a:rPr lang="zh-CN" altLang="en-US" dirty="0"/>
              <a:t>在通信量不大的情况下，线路利用率很低。</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27" name="Rectangle 2"/>
          <p:cNvSpPr>
            <a:spLocks noGrp="1"/>
          </p:cNvSpPr>
          <p:nvPr>
            <p:ph type="title"/>
          </p:nvPr>
        </p:nvSpPr>
        <p:spPr>
          <a:xfrm>
            <a:off x="28972" y="805486"/>
            <a:ext cx="10515600" cy="781968"/>
          </a:xfrm>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dirty="0"/>
              <a:t>3.1  </a:t>
            </a:r>
            <a:r>
              <a:rPr lang="zh-CN" altLang="en-US" dirty="0"/>
              <a:t>点对点类型网络拓扑结构</a:t>
            </a:r>
          </a:p>
        </p:txBody>
      </p:sp>
      <p:sp>
        <p:nvSpPr>
          <p:cNvPr id="1048828" name="Rectangle 3"/>
          <p:cNvSpPr>
            <a:spLocks noGrp="1"/>
          </p:cNvSpPr>
          <p:nvPr>
            <p:ph idx="1"/>
          </p:nvPr>
        </p:nvSpPr>
        <p:spPr>
          <a:xfrm>
            <a:off x="550082" y="1616925"/>
            <a:ext cx="2449488" cy="1603375"/>
          </a:xfrm>
          <a:prstGeom prst="rect">
            <a:avLst/>
          </a:prstGeom>
          <a:noFill/>
          <a:ln>
            <a:noFill/>
          </a:ln>
        </p:spPr>
        <p:txBody>
          <a:bodyPr vert="horz" lIns="91440" tIns="45720" rIns="91440" bIns="45720" rtlCol="0" anchor="t">
            <a:normAutofit lnSpcReduction="10000"/>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en-US" altLang="zh-CN" dirty="0"/>
              <a:t>[</a:t>
            </a:r>
            <a:r>
              <a:rPr lang="zh-CN" altLang="en-US" dirty="0"/>
              <a:t>案例</a:t>
            </a:r>
            <a:r>
              <a:rPr lang="en-US" altLang="zh-CN" dirty="0"/>
              <a:t>P44] </a:t>
            </a:r>
            <a:r>
              <a:rPr lang="zh-CN" altLang="en-US" dirty="0"/>
              <a:t>欧洲</a:t>
            </a:r>
            <a:r>
              <a:rPr lang="en-US" altLang="zh-CN" dirty="0"/>
              <a:t>GEANT</a:t>
            </a:r>
            <a:r>
              <a:rPr lang="zh-CN" altLang="en-US" dirty="0"/>
              <a:t>网络的网状形结构</a:t>
            </a:r>
          </a:p>
        </p:txBody>
      </p:sp>
      <p:pic>
        <p:nvPicPr>
          <p:cNvPr id="2097177" name="Picture 4" descr="图03-06 网状型拓扑结构2"/>
          <p:cNvPicPr>
            <a:picLocks/>
          </p:cNvPicPr>
          <p:nvPr/>
        </p:nvPicPr>
        <p:blipFill>
          <a:blip r:embed="rId5"/>
          <a:srcRect/>
          <a:stretch>
            <a:fillRect/>
          </a:stretch>
        </p:blipFill>
        <p:spPr>
          <a:xfrm>
            <a:off x="4583832" y="1268760"/>
            <a:ext cx="7524328" cy="5184576"/>
          </a:xfrm>
          <a:prstGeom prst="rect">
            <a:avLst/>
          </a:prstGeom>
          <a:noFill/>
          <a:ln>
            <a:noFill/>
          </a:ln>
        </p:spPr>
      </p:pic>
      <p:sp>
        <p:nvSpPr>
          <p:cNvPr id="1048829" name="AutoShape 5"/>
          <p:cNvSpPr/>
          <p:nvPr/>
        </p:nvSpPr>
        <p:spPr>
          <a:xfrm>
            <a:off x="1774826" y="258763"/>
            <a:ext cx="4537075" cy="433387"/>
          </a:xfrm>
          <a:prstGeom prst="wedgeRectCallout">
            <a:avLst>
              <a:gd name="adj1" fmla="val -35653"/>
              <a:gd name="adj2" fmla="val 27292"/>
            </a:avLst>
          </a:prstGeom>
          <a:solidFill>
            <a:srgbClr val="CCFFFF"/>
          </a:solidFill>
          <a:ln w="9525" cap="flat" cmpd="sng">
            <a:solidFill>
              <a:srgbClr val="FF0000">
                <a:alpha val="100000"/>
              </a:srgbClr>
            </a:solidFill>
            <a:prstDash val="solid"/>
            <a:round/>
          </a:ln>
        </p:spPr>
        <p:txBody>
          <a:bodyPr vert="horz" lIns="91440" tIns="45720" rIns="91440" bIns="45720" anchor="t"/>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hangingPunct="1"/>
            <a:r>
              <a:rPr lang="en-US" altLang="zh-CN" sz="2000" b="1">
                <a:solidFill>
                  <a:srgbClr val="0000FF"/>
                </a:solidFill>
              </a:rPr>
              <a:t>[</a:t>
            </a:r>
            <a:r>
              <a:rPr lang="zh-CN" altLang="en-US" sz="2000" b="1">
                <a:solidFill>
                  <a:srgbClr val="0000FF"/>
                </a:solidFill>
              </a:rPr>
              <a:t>案例</a:t>
            </a:r>
            <a:r>
              <a:rPr lang="en-US" altLang="zh-CN" sz="2000" b="1">
                <a:solidFill>
                  <a:srgbClr val="0000FF"/>
                </a:solidFill>
              </a:rPr>
              <a:t>] </a:t>
            </a:r>
            <a:r>
              <a:rPr lang="zh-CN" altLang="en-US" sz="2000" b="1">
                <a:solidFill>
                  <a:schemeClr val="hlink"/>
                </a:solidFill>
              </a:rPr>
              <a:t>欧洲</a:t>
            </a:r>
            <a:r>
              <a:rPr lang="en-US" altLang="zh-CN" sz="2000" b="1">
                <a:solidFill>
                  <a:schemeClr val="hlink"/>
                </a:solidFill>
              </a:rPr>
              <a:t>GEANT</a:t>
            </a:r>
            <a:r>
              <a:rPr lang="zh-CN" altLang="en-US" sz="2000" b="1">
                <a:solidFill>
                  <a:schemeClr val="hlink"/>
                </a:solidFill>
              </a:rPr>
              <a:t>网络的网状形结构</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33"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3.1  </a:t>
            </a:r>
            <a:r>
              <a:rPr lang="zh-CN" altLang="en-US"/>
              <a:t>点对点类型网络拓扑结构</a:t>
            </a:r>
          </a:p>
        </p:txBody>
      </p:sp>
      <p:sp>
        <p:nvSpPr>
          <p:cNvPr id="1048834" name="Rectangle 3"/>
          <p:cNvSpPr>
            <a:spLocks noGrp="1"/>
          </p:cNvSpPr>
          <p:nvPr>
            <p:ph idx="1"/>
          </p:nvPr>
        </p:nvSpPr>
        <p:spPr>
          <a:xfrm>
            <a:off x="911424" y="1340222"/>
            <a:ext cx="10515600" cy="523255"/>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en-US" altLang="zh-CN"/>
              <a:t>[</a:t>
            </a:r>
            <a:r>
              <a:rPr lang="zh-CN" altLang="en-US"/>
              <a:t>案例</a:t>
            </a:r>
            <a:r>
              <a:rPr lang="en-US" altLang="zh-CN"/>
              <a:t>] </a:t>
            </a:r>
            <a:r>
              <a:rPr lang="zh-CN" altLang="en-US"/>
              <a:t>城域网光纤链路的网状结构</a:t>
            </a:r>
          </a:p>
        </p:txBody>
      </p:sp>
      <p:pic>
        <p:nvPicPr>
          <p:cNvPr id="2097178" name="Picture 4"/>
          <p:cNvPicPr>
            <a:picLocks/>
          </p:cNvPicPr>
          <p:nvPr/>
        </p:nvPicPr>
        <p:blipFill>
          <a:blip r:embed="rId5"/>
          <a:srcRect/>
          <a:stretch>
            <a:fillRect/>
          </a:stretch>
        </p:blipFill>
        <p:spPr>
          <a:xfrm>
            <a:off x="5231904" y="1882985"/>
            <a:ext cx="6372200" cy="4307384"/>
          </a:xfrm>
          <a:prstGeom prst="rect">
            <a:avLst/>
          </a:prstGeom>
          <a:noFill/>
          <a:ln>
            <a:noFill/>
          </a:ln>
        </p:spPr>
      </p:pic>
      <p:sp>
        <p:nvSpPr>
          <p:cNvPr id="1048835" name="AutoShape 5"/>
          <p:cNvSpPr/>
          <p:nvPr/>
        </p:nvSpPr>
        <p:spPr>
          <a:xfrm>
            <a:off x="1703388" y="187326"/>
            <a:ext cx="4321175" cy="433387"/>
          </a:xfrm>
          <a:prstGeom prst="wedgeRectCallout">
            <a:avLst>
              <a:gd name="adj1" fmla="val -34940"/>
              <a:gd name="adj2" fmla="val 27292"/>
            </a:avLst>
          </a:prstGeom>
          <a:solidFill>
            <a:srgbClr val="CCFFFF"/>
          </a:solidFill>
          <a:ln w="9525" cap="flat" cmpd="sng">
            <a:solidFill>
              <a:srgbClr val="FF0000">
                <a:alpha val="100000"/>
              </a:srgbClr>
            </a:solidFill>
            <a:prstDash val="solid"/>
            <a:round/>
          </a:ln>
        </p:spPr>
        <p:txBody>
          <a:bodyPr vert="horz" lIns="91440" tIns="45720" rIns="91440" bIns="45720" anchor="t"/>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hangingPunct="1"/>
            <a:r>
              <a:rPr lang="en-US" altLang="zh-CN" sz="2000" b="1">
                <a:solidFill>
                  <a:schemeClr val="hlink"/>
                </a:solidFill>
              </a:rPr>
              <a:t>[</a:t>
            </a:r>
            <a:r>
              <a:rPr lang="zh-CN" altLang="en-US" sz="2000" b="1">
                <a:solidFill>
                  <a:schemeClr val="hlink"/>
                </a:solidFill>
              </a:rPr>
              <a:t>案例</a:t>
            </a:r>
            <a:r>
              <a:rPr lang="en-US" altLang="zh-CN" sz="2000" b="1">
                <a:solidFill>
                  <a:schemeClr val="hlink"/>
                </a:solidFill>
              </a:rPr>
              <a:t>] </a:t>
            </a:r>
            <a:r>
              <a:rPr lang="zh-CN" altLang="en-US" sz="2000" b="1">
                <a:solidFill>
                  <a:schemeClr val="hlink"/>
                </a:solidFill>
              </a:rPr>
              <a:t>城域网光纤链路的网状结构</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39" name="Rectangle 3"/>
          <p:cNvSpPr>
            <a:spLocks noGrp="1"/>
          </p:cNvSpPr>
          <p:nvPr>
            <p:ph type="body" sz="half" idx="1"/>
          </p:nvPr>
        </p:nvSpPr>
        <p:spPr>
          <a:xfrm>
            <a:off x="1919287" y="1844677"/>
            <a:ext cx="8675688" cy="1728340"/>
          </a:xfrm>
          <a:prstGeom prst="rect">
            <a:avLst/>
          </a:prstGeom>
          <a:noFill/>
          <a:ln>
            <a:noFill/>
          </a:ln>
        </p:spPr>
        <p:txBody>
          <a:bodyPr vert="horz" lIns="91440" tIns="45720" rIns="91440" bIns="45720" rtlCol="0" anchor="t">
            <a:normAutofit/>
          </a:bodyPr>
          <a:lstStyle>
            <a:lvl1pPr marL="342900" indent="-342900">
              <a:lnSpc>
                <a:spcPct val="90000"/>
              </a:lnSpc>
              <a:spcBef>
                <a:spcPct val="0"/>
              </a:spcBef>
              <a:spcAft>
                <a:spcPct val="20000"/>
              </a:spcAft>
              <a:buBlip>
                <a:blip r:embed="rId3"/>
              </a:buBlip>
              <a:defRPr sz="2400">
                <a:solidFill>
                  <a:srgbClr val="000099"/>
                </a:solidFill>
              </a:defRPr>
            </a:lvl1pPr>
            <a:lvl2pPr marL="742950" indent="-285750">
              <a:lnSpc>
                <a:spcPct val="90000"/>
              </a:lnSpc>
              <a:spcBef>
                <a:spcPct val="0"/>
              </a:spcBef>
              <a:spcAft>
                <a:spcPct val="20000"/>
              </a:spcAft>
              <a:buBlip>
                <a:blip r:embed="rId4"/>
              </a:buBlip>
              <a:defRPr sz="2400">
                <a:solidFill>
                  <a:srgbClr val="000099"/>
                </a:solidFill>
              </a:defRPr>
            </a:lvl2pPr>
            <a:lvl3pPr marL="1143000" indent="-228600">
              <a:lnSpc>
                <a:spcPct val="90000"/>
              </a:lnSpc>
              <a:spcBef>
                <a:spcPct val="0"/>
              </a:spcBef>
              <a:spcAft>
                <a:spcPct val="20000"/>
              </a:spcAft>
              <a:buBlip>
                <a:blip r:embed="rId5"/>
              </a:buBlip>
              <a:defRPr sz="2000">
                <a:solidFill>
                  <a:srgbClr val="008000"/>
                </a:solidFill>
              </a:defRPr>
            </a:lvl3pPr>
            <a:lvl4pPr marL="1600200" indent="-228600">
              <a:lnSpc>
                <a:spcPct val="90000"/>
              </a:lnSpc>
              <a:spcBef>
                <a:spcPct val="0"/>
              </a:spcBef>
              <a:spcAft>
                <a:spcPct val="20000"/>
              </a:spcAft>
              <a:buBlip>
                <a:blip r:embed="rId5"/>
              </a:buBlip>
              <a:defRPr sz="1800">
                <a:solidFill>
                  <a:srgbClr val="800000"/>
                </a:solidFill>
              </a:defRPr>
            </a:lvl4pPr>
            <a:lvl5pPr marL="2057400" indent="-228600">
              <a:lnSpc>
                <a:spcPct val="90000"/>
              </a:lnSpc>
              <a:spcBef>
                <a:spcPct val="0"/>
              </a:spcBef>
              <a:spcAft>
                <a:spcPct val="20000"/>
              </a:spcAft>
              <a:buBlip>
                <a:blip r:embed="rId5"/>
              </a:buBlip>
              <a:defRPr sz="1600">
                <a:solidFill>
                  <a:srgbClr val="003399"/>
                </a:solidFill>
              </a:defRPr>
            </a:lvl5pPr>
          </a:lstStyle>
          <a:p>
            <a:pPr lvl="0" algn="just" eaLnBrk="1" hangingPunct="1">
              <a:buFontTx/>
              <a:buNone/>
            </a:pPr>
            <a:endParaRPr lang="en-US" altLang="zh-CN" dirty="0"/>
          </a:p>
          <a:p>
            <a:pPr lvl="0" algn="just" eaLnBrk="1" hangingPunct="1">
              <a:buFontTx/>
              <a:buNone/>
            </a:pPr>
            <a:endParaRPr lang="en-US" altLang="zh-CN" dirty="0"/>
          </a:p>
          <a:p>
            <a:pPr lvl="0" algn="ctr" eaLnBrk="1" hangingPunct="1">
              <a:buFontTx/>
              <a:buNone/>
            </a:pPr>
            <a:r>
              <a:rPr lang="zh-CN" altLang="en-US" sz="3600" b="1" dirty="0">
                <a:solidFill>
                  <a:srgbClr val="FF0066"/>
                </a:solidFill>
                <a:effectLst>
                  <a:outerShdw blurRad="38100" dist="38100" dir="2700000" algn="tl">
                    <a:srgbClr val="C0C0C0"/>
                  </a:outerShdw>
                </a:effectLst>
              </a:rPr>
              <a:t>3.2  广播传输网络</a:t>
            </a:r>
          </a:p>
        </p:txBody>
      </p:sp>
    </p:spTree>
  </p:cSld>
  <p:clrMapOvr>
    <a:masterClrMapping/>
  </p:clrMapOvr>
  <p:transition spd="slow">
    <p:zo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6"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3.2  </a:t>
            </a:r>
            <a:r>
              <a:rPr lang="zh-CN" altLang="en-US"/>
              <a:t>广播传输网络</a:t>
            </a:r>
          </a:p>
        </p:txBody>
      </p:sp>
      <p:sp>
        <p:nvSpPr>
          <p:cNvPr id="1048847" name="Rectangle 3"/>
          <p:cNvSpPr>
            <a:spLocks noGrp="1"/>
          </p:cNvSpPr>
          <p:nvPr>
            <p:ph idx="1"/>
          </p:nvPr>
        </p:nvSpPr>
        <p:spPr>
          <a:xfrm>
            <a:off x="838200" y="1484784"/>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buFontTx/>
              <a:buNone/>
            </a:pPr>
            <a:r>
              <a:rPr lang="en-US" altLang="zh-CN" sz="3200" b="1" dirty="0">
                <a:solidFill>
                  <a:srgbClr val="0000FF"/>
                </a:solidFill>
              </a:rPr>
              <a:t>3.2.1  </a:t>
            </a:r>
            <a:r>
              <a:rPr lang="zh-CN" altLang="en-US" sz="3200" b="1" dirty="0">
                <a:solidFill>
                  <a:srgbClr val="0000FF"/>
                </a:solidFill>
              </a:rPr>
              <a:t>广播传输特征</a:t>
            </a:r>
          </a:p>
          <a:p>
            <a:pPr lvl="0" eaLnBrk="1" hangingPunct="1"/>
            <a:r>
              <a:rPr lang="zh-CN" altLang="en-US" dirty="0"/>
              <a:t>广播传输工作原理</a:t>
            </a:r>
          </a:p>
          <a:p>
            <a:pPr lvl="1" eaLnBrk="1" hangingPunct="1"/>
            <a:r>
              <a:rPr lang="zh-CN" altLang="en-US" dirty="0"/>
              <a:t>广播网络有一个信道，网络上所有节点共享这个信道。数据包广播传输时，网络中所有节点都会接收到数据包。各个节点一旦收到数据包，就对这个数据包进行检查，看是否发送给本节点，如果</a:t>
            </a:r>
            <a:r>
              <a:rPr lang="zh-CN" altLang="en-US" dirty="0">
                <a:solidFill>
                  <a:srgbClr val="FF0000"/>
                </a:solidFill>
                <a:effectLst>
                  <a:outerShdw blurRad="38100" dist="38100" dir="2700000" algn="tl">
                    <a:srgbClr val="C0C0C0"/>
                  </a:outerShdw>
                </a:effectLst>
                <a:ea typeface="黑体" pitchFamily="49" charset="-122"/>
              </a:rPr>
              <a:t>是则接收</a:t>
            </a:r>
            <a:r>
              <a:rPr lang="zh-CN" altLang="en-US" dirty="0"/>
              <a:t>，</a:t>
            </a:r>
            <a:r>
              <a:rPr lang="zh-CN" altLang="en-US" dirty="0">
                <a:solidFill>
                  <a:srgbClr val="FF0000"/>
                </a:solidFill>
                <a:effectLst>
                  <a:outerShdw blurRad="38100" dist="38100" dir="2700000" algn="tl">
                    <a:srgbClr val="C0C0C0"/>
                  </a:outerShdw>
                </a:effectLst>
                <a:ea typeface="黑体" pitchFamily="49" charset="-122"/>
              </a:rPr>
              <a:t>否则丢弃</a:t>
            </a:r>
            <a:r>
              <a:rPr lang="en-US" altLang="zh-CN" dirty="0" err="1"/>
              <a:t>这个数据包</a:t>
            </a:r>
            <a:r>
              <a:rPr lang="en-US" altLang="zh-CN" dirty="0"/>
              <a:t>。</a:t>
            </a:r>
          </a:p>
          <a:p>
            <a:pPr lvl="1" eaLnBrk="1" hangingPunct="1"/>
            <a:endParaRPr lang="zh-CN" altLang="en-US" dirty="0"/>
          </a:p>
          <a:p>
            <a:pPr lvl="0" eaLnBrk="1" hangingPunct="1"/>
            <a:r>
              <a:rPr lang="zh-CN" altLang="en-US" dirty="0"/>
              <a:t>广播网络类型有：</a:t>
            </a:r>
          </a:p>
          <a:p>
            <a:pPr lvl="1" eaLnBrk="1" hangingPunct="1"/>
            <a:r>
              <a:rPr lang="zh-CN" altLang="en-US" dirty="0"/>
              <a:t>星形网络，总线形网络，蜂窝形网络等。</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51"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3.2  </a:t>
            </a:r>
            <a:r>
              <a:rPr lang="zh-CN" altLang="en-US"/>
              <a:t>广播传输网络</a:t>
            </a:r>
          </a:p>
        </p:txBody>
      </p:sp>
      <p:sp>
        <p:nvSpPr>
          <p:cNvPr id="1048852" name="Rectangle 3"/>
          <p:cNvSpPr>
            <a:spLocks noGrp="1"/>
          </p:cNvSpPr>
          <p:nvPr>
            <p:ph idx="1"/>
          </p:nvPr>
        </p:nvSpPr>
        <p:spPr>
          <a:xfrm>
            <a:off x="767408" y="1412776"/>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广播网络信号传输方式</a:t>
            </a:r>
          </a:p>
          <a:p>
            <a:pPr lvl="1" eaLnBrk="1" hangingPunct="1"/>
            <a:r>
              <a:rPr lang="zh-CN" altLang="en-US" dirty="0"/>
              <a:t>单播</a:t>
            </a:r>
          </a:p>
          <a:p>
            <a:pPr lvl="1" eaLnBrk="1" hangingPunct="1"/>
            <a:r>
              <a:rPr lang="zh-CN" altLang="en-US" dirty="0">
                <a:solidFill>
                  <a:srgbClr val="FF0000"/>
                </a:solidFill>
                <a:effectLst>
                  <a:outerShdw blurRad="38100" dist="38100" dir="2700000" algn="tl">
                    <a:srgbClr val="C0C0C0"/>
                  </a:outerShdw>
                </a:effectLst>
                <a:ea typeface="黑体" pitchFamily="49" charset="-122"/>
              </a:rPr>
              <a:t>多播</a:t>
            </a:r>
          </a:p>
          <a:p>
            <a:pPr lvl="1" eaLnBrk="1" hangingPunct="1"/>
            <a:r>
              <a:rPr lang="zh-CN" altLang="en-US" dirty="0"/>
              <a:t>组播。</a:t>
            </a:r>
          </a:p>
        </p:txBody>
      </p:sp>
      <p:pic>
        <p:nvPicPr>
          <p:cNvPr id="2097180" name="Picture 4" descr="图片1"/>
          <p:cNvPicPr>
            <a:picLocks/>
          </p:cNvPicPr>
          <p:nvPr/>
        </p:nvPicPr>
        <p:blipFill>
          <a:blip r:embed="rId5"/>
          <a:srcRect/>
          <a:stretch>
            <a:fillRect/>
          </a:stretch>
        </p:blipFill>
        <p:spPr>
          <a:xfrm>
            <a:off x="1919287" y="3284537"/>
            <a:ext cx="8748712" cy="2665412"/>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56"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3.2  </a:t>
            </a:r>
            <a:r>
              <a:rPr lang="zh-CN" altLang="en-US"/>
              <a:t>广播传输网络</a:t>
            </a:r>
          </a:p>
        </p:txBody>
      </p:sp>
      <p:sp>
        <p:nvSpPr>
          <p:cNvPr id="1048857" name="Rectangle 3"/>
          <p:cNvSpPr>
            <a:spLocks noGrp="1"/>
          </p:cNvSpPr>
          <p:nvPr>
            <p:ph idx="1"/>
          </p:nvPr>
        </p:nvSpPr>
        <p:spPr>
          <a:xfrm>
            <a:off x="838200" y="1484784"/>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冲突域</a:t>
            </a:r>
          </a:p>
          <a:p>
            <a:pPr lvl="1" eaLnBrk="1" hangingPunct="1"/>
            <a:r>
              <a:rPr lang="en-US" altLang="zh-CN" dirty="0" err="1"/>
              <a:t>冲突域的大小会影响到网络的性能</a:t>
            </a:r>
            <a:r>
              <a:rPr lang="en-US" altLang="zh-CN" dirty="0"/>
              <a:t>。</a:t>
            </a:r>
          </a:p>
          <a:p>
            <a:pPr lvl="1" eaLnBrk="1" hangingPunct="1"/>
            <a:r>
              <a:rPr lang="en-US" altLang="zh-CN" dirty="0" err="1"/>
              <a:t>交换机、路由器等设备可以隔离冲突域</a:t>
            </a:r>
            <a:r>
              <a:rPr lang="en-US" altLang="zh-CN" dirty="0"/>
              <a:t>。</a:t>
            </a:r>
          </a:p>
          <a:p>
            <a:pPr lvl="1" eaLnBrk="1" hangingPunct="1"/>
            <a:endParaRPr lang="zh-CN" altLang="en-US" dirty="0"/>
          </a:p>
          <a:p>
            <a:pPr lvl="0" eaLnBrk="1" hangingPunct="1"/>
            <a:r>
              <a:rPr lang="zh-CN" altLang="en-US" dirty="0"/>
              <a:t>广播域</a:t>
            </a:r>
          </a:p>
          <a:p>
            <a:pPr lvl="1" eaLnBrk="1" hangingPunct="1"/>
            <a:r>
              <a:rPr lang="en-US" altLang="zh-CN" dirty="0" err="1"/>
              <a:t>广播会占用大量网络资源，影响网络带</a:t>
            </a:r>
            <a:r>
              <a:rPr lang="en-US" altLang="zh-CN" dirty="0"/>
              <a:t>。</a:t>
            </a:r>
          </a:p>
          <a:p>
            <a:pPr lvl="1" eaLnBrk="1" hangingPunct="1"/>
            <a:r>
              <a:rPr lang="en-US" altLang="zh-CN" dirty="0" err="1"/>
              <a:t>大量无用的广播包会形成广播风暴</a:t>
            </a:r>
            <a:r>
              <a:rPr lang="en-US" altLang="zh-CN" dirty="0"/>
              <a:t>。</a:t>
            </a:r>
          </a:p>
          <a:p>
            <a:pPr lvl="1" eaLnBrk="1" hangingPunct="1"/>
            <a:r>
              <a:rPr lang="en-US" altLang="zh-CN" dirty="0" err="1"/>
              <a:t>可以用路由器来分割广播域</a:t>
            </a:r>
            <a:r>
              <a:rPr lang="en-US" altLang="zh-CN" dirty="0"/>
              <a:t>。</a:t>
            </a:r>
          </a:p>
          <a:p>
            <a:pPr lvl="1" eaLnBrk="1" hangingPunct="1"/>
            <a:r>
              <a:rPr lang="en-US" altLang="zh-CN" dirty="0" err="1"/>
              <a:t>可采用VLAN</a:t>
            </a:r>
            <a:r>
              <a:rPr lang="zh-CN" altLang="en-US" dirty="0"/>
              <a:t>划分缩小广播域的范围。</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61"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3.2  </a:t>
            </a:r>
            <a:r>
              <a:rPr lang="zh-CN" altLang="en-US"/>
              <a:t>广播传输网络</a:t>
            </a:r>
          </a:p>
        </p:txBody>
      </p:sp>
      <p:sp>
        <p:nvSpPr>
          <p:cNvPr id="1048862" name="Rectangle 3"/>
          <p:cNvSpPr>
            <a:spLocks noGrp="1"/>
          </p:cNvSpPr>
          <p:nvPr>
            <p:ph idx="1"/>
          </p:nvPr>
        </p:nvSpPr>
        <p:spPr>
          <a:xfrm>
            <a:off x="910010" y="1412776"/>
            <a:ext cx="9938518" cy="546125"/>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a:t>冲突域和广播域</a:t>
            </a:r>
          </a:p>
        </p:txBody>
      </p:sp>
      <p:pic>
        <p:nvPicPr>
          <p:cNvPr id="2097181" name="Picture 4" descr="图03-08 冲突域与广播域2"/>
          <p:cNvPicPr>
            <a:picLocks/>
          </p:cNvPicPr>
          <p:nvPr/>
        </p:nvPicPr>
        <p:blipFill>
          <a:blip r:embed="rId5"/>
          <a:srcRect/>
          <a:stretch>
            <a:fillRect/>
          </a:stretch>
        </p:blipFill>
        <p:spPr>
          <a:xfrm>
            <a:off x="1991544" y="2204864"/>
            <a:ext cx="8064500" cy="334327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66"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3.2  </a:t>
            </a:r>
            <a:r>
              <a:rPr lang="zh-CN" altLang="en-US"/>
              <a:t>广播传输网络</a:t>
            </a:r>
          </a:p>
        </p:txBody>
      </p:sp>
      <p:sp>
        <p:nvSpPr>
          <p:cNvPr id="1048867" name="Rectangle 3"/>
          <p:cNvSpPr>
            <a:spLocks noGrp="1"/>
          </p:cNvSpPr>
          <p:nvPr>
            <p:ph idx="1"/>
          </p:nvPr>
        </p:nvSpPr>
        <p:spPr>
          <a:xfrm>
            <a:off x="695400" y="1365250"/>
            <a:ext cx="10515600" cy="477042"/>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4"/>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5"/>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5"/>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5"/>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en-US" altLang="zh-CN" dirty="0"/>
              <a:t>[</a:t>
            </a:r>
            <a:r>
              <a:rPr lang="zh-CN" altLang="en-US" dirty="0"/>
              <a:t>案例</a:t>
            </a:r>
            <a:r>
              <a:rPr lang="en-US" altLang="zh-CN" dirty="0"/>
              <a:t>]  </a:t>
            </a:r>
            <a:r>
              <a:rPr lang="zh-CN" altLang="en-US" dirty="0"/>
              <a:t>交换机的冲突域和广播域</a:t>
            </a:r>
          </a:p>
        </p:txBody>
      </p:sp>
      <p:grpSp>
        <p:nvGrpSpPr>
          <p:cNvPr id="178" name="组合 177"/>
          <p:cNvGrpSpPr/>
          <p:nvPr/>
        </p:nvGrpSpPr>
        <p:grpSpPr>
          <a:xfrm>
            <a:off x="2423592" y="2132856"/>
            <a:ext cx="6624637" cy="4032250"/>
            <a:chOff x="748" y="1253"/>
            <a:chExt cx="4173" cy="2540"/>
          </a:xfrm>
        </p:grpSpPr>
        <p:pic>
          <p:nvPicPr>
            <p:cNvPr id="2097182" name="Picture 6" descr="图形3"/>
            <p:cNvPicPr>
              <a:picLocks/>
            </p:cNvPicPr>
            <p:nvPr/>
          </p:nvPicPr>
          <p:blipFill>
            <a:blip r:embed="rId6"/>
            <a:srcRect/>
            <a:stretch>
              <a:fillRect/>
            </a:stretch>
          </p:blipFill>
          <p:spPr>
            <a:xfrm>
              <a:off x="748" y="2554"/>
              <a:ext cx="919" cy="835"/>
            </a:xfrm>
            <a:prstGeom prst="rect">
              <a:avLst/>
            </a:prstGeom>
            <a:noFill/>
            <a:ln>
              <a:noFill/>
            </a:ln>
          </p:spPr>
        </p:pic>
        <p:sp>
          <p:nvSpPr>
            <p:cNvPr id="1048868" name="Line 7"/>
            <p:cNvSpPr/>
            <p:nvPr/>
          </p:nvSpPr>
          <p:spPr>
            <a:xfrm flipV="1">
              <a:off x="1492" y="1603"/>
              <a:ext cx="918" cy="951"/>
            </a:xfrm>
            <a:prstGeom prst="line">
              <a:avLst/>
            </a:prstGeom>
            <a:noFill/>
            <a:ln w="28575" cap="flat" cmpd="sng">
              <a:solidFill>
                <a:schemeClr val="dk1">
                  <a:alpha val="100000"/>
                </a:schemeClr>
              </a:solidFill>
              <a:prstDash val="solid"/>
              <a:round/>
            </a:ln>
          </p:spPr>
        </p:sp>
        <p:pic>
          <p:nvPicPr>
            <p:cNvPr id="2097183" name="Picture 8" descr="EndUserLeft"/>
            <p:cNvPicPr>
              <a:picLocks/>
            </p:cNvPicPr>
            <p:nvPr/>
          </p:nvPicPr>
          <p:blipFill>
            <a:blip r:embed="rId7"/>
            <a:srcRect/>
            <a:stretch>
              <a:fillRect/>
            </a:stretch>
          </p:blipFill>
          <p:spPr>
            <a:xfrm>
              <a:off x="4203" y="2471"/>
              <a:ext cx="618" cy="813"/>
            </a:xfrm>
            <a:prstGeom prst="rect">
              <a:avLst/>
            </a:prstGeom>
            <a:noFill/>
            <a:ln>
              <a:noFill/>
            </a:ln>
          </p:spPr>
        </p:pic>
        <p:sp>
          <p:nvSpPr>
            <p:cNvPr id="1048869" name="Line 9"/>
            <p:cNvSpPr/>
            <p:nvPr/>
          </p:nvSpPr>
          <p:spPr>
            <a:xfrm>
              <a:off x="3066" y="1562"/>
              <a:ext cx="1181" cy="1033"/>
            </a:xfrm>
            <a:prstGeom prst="line">
              <a:avLst/>
            </a:prstGeom>
            <a:noFill/>
            <a:ln w="28575" cap="flat" cmpd="sng">
              <a:solidFill>
                <a:schemeClr val="dk1">
                  <a:alpha val="100000"/>
                </a:schemeClr>
              </a:solidFill>
              <a:prstDash val="solid"/>
              <a:round/>
            </a:ln>
          </p:spPr>
        </p:sp>
        <p:pic>
          <p:nvPicPr>
            <p:cNvPr id="2097184" name="Picture 10" descr="EndUser Female"/>
            <p:cNvPicPr>
              <a:picLocks/>
            </p:cNvPicPr>
            <p:nvPr/>
          </p:nvPicPr>
          <p:blipFill>
            <a:blip r:embed="rId8"/>
            <a:srcRect/>
            <a:stretch>
              <a:fillRect/>
            </a:stretch>
          </p:blipFill>
          <p:spPr>
            <a:xfrm>
              <a:off x="3329" y="3008"/>
              <a:ext cx="524" cy="785"/>
            </a:xfrm>
            <a:prstGeom prst="rect">
              <a:avLst/>
            </a:prstGeom>
            <a:noFill/>
            <a:ln>
              <a:noFill/>
            </a:ln>
            <a:effectLst>
              <a:outerShdw dist="17960" dir="2699999" algn="ctr">
                <a:schemeClr val="dk2">
                  <a:alpha val="100000"/>
                </a:schemeClr>
              </a:outerShdw>
            </a:effectLst>
          </p:spPr>
        </p:pic>
        <p:sp>
          <p:nvSpPr>
            <p:cNvPr id="1048870" name="Line 11"/>
            <p:cNvSpPr/>
            <p:nvPr/>
          </p:nvSpPr>
          <p:spPr>
            <a:xfrm>
              <a:off x="2804" y="1603"/>
              <a:ext cx="568" cy="1488"/>
            </a:xfrm>
            <a:prstGeom prst="line">
              <a:avLst/>
            </a:prstGeom>
            <a:noFill/>
            <a:ln w="28575" cap="flat" cmpd="sng">
              <a:solidFill>
                <a:schemeClr val="dk1">
                  <a:alpha val="100000"/>
                </a:schemeClr>
              </a:solidFill>
              <a:prstDash val="solid"/>
              <a:round/>
            </a:ln>
          </p:spPr>
        </p:sp>
        <p:pic>
          <p:nvPicPr>
            <p:cNvPr id="2097185" name="Picture 12"/>
            <p:cNvPicPr>
              <a:picLocks/>
            </p:cNvPicPr>
            <p:nvPr/>
          </p:nvPicPr>
          <p:blipFill>
            <a:blip r:embed="rId9"/>
            <a:srcRect/>
            <a:stretch>
              <a:fillRect/>
            </a:stretch>
          </p:blipFill>
          <p:spPr>
            <a:xfrm>
              <a:off x="1798" y="3091"/>
              <a:ext cx="647" cy="662"/>
            </a:xfrm>
            <a:prstGeom prst="rect">
              <a:avLst/>
            </a:prstGeom>
            <a:noFill/>
            <a:ln>
              <a:noFill/>
            </a:ln>
          </p:spPr>
        </p:pic>
        <p:sp>
          <p:nvSpPr>
            <p:cNvPr id="1048871" name="Line 13"/>
            <p:cNvSpPr/>
            <p:nvPr/>
          </p:nvSpPr>
          <p:spPr>
            <a:xfrm flipH="1">
              <a:off x="2323" y="1562"/>
              <a:ext cx="218" cy="1529"/>
            </a:xfrm>
            <a:prstGeom prst="line">
              <a:avLst/>
            </a:prstGeom>
            <a:noFill/>
            <a:ln w="28575" cap="flat" cmpd="sng">
              <a:solidFill>
                <a:schemeClr val="dk1">
                  <a:alpha val="100000"/>
                </a:schemeClr>
              </a:solidFill>
              <a:prstDash val="solid"/>
              <a:round/>
            </a:ln>
          </p:spPr>
        </p:sp>
        <p:sp>
          <p:nvSpPr>
            <p:cNvPr id="1048872" name="Oval 14"/>
            <p:cNvSpPr/>
            <p:nvPr/>
          </p:nvSpPr>
          <p:spPr>
            <a:xfrm>
              <a:off x="923" y="1603"/>
              <a:ext cx="3936" cy="1736"/>
            </a:xfrm>
            <a:prstGeom prst="ellipse">
              <a:avLst/>
            </a:prstGeom>
            <a:noFill/>
            <a:ln w="9525" cap="flat" cmpd="sng">
              <a:solidFill>
                <a:srgbClr val="FF0000">
                  <a:alpha val="100000"/>
                </a:srgbClr>
              </a:solidFill>
              <a:prstDash val="sysDot"/>
              <a:round/>
            </a:ln>
          </p:spPr>
          <p:txBody>
            <a:bodyPr vert="horz" wrap="none" lIns="91440" tIns="45720" rIns="91440" bIns="45720" anchor="ctr"/>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hangingPunct="1"/>
              <a:endParaRPr lang="zh-CN" altLang="en-US"/>
            </a:p>
          </p:txBody>
        </p:sp>
        <p:sp>
          <p:nvSpPr>
            <p:cNvPr id="1048873" name="Rectangle 15"/>
            <p:cNvSpPr/>
            <p:nvPr/>
          </p:nvSpPr>
          <p:spPr>
            <a:xfrm>
              <a:off x="2462" y="2251"/>
              <a:ext cx="599" cy="250"/>
            </a:xfrm>
            <a:prstGeom prst="rect">
              <a:avLst/>
            </a:prstGeom>
            <a:noFill/>
            <a:ln>
              <a:noFill/>
            </a:ln>
          </p:spPr>
          <p:txBody>
            <a:bodyPr vert="horz" wrap="none" lIns="91440" tIns="45720" rIns="91440" bIns="45720" anchor="t">
              <a:spAutoFit/>
            </a:bodyPr>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hangingPunct="1">
                <a:spcBef>
                  <a:spcPct val="20000"/>
                </a:spcBef>
                <a:buSzPct val="85000"/>
                <a:buFontTx/>
                <a:buNone/>
              </a:pPr>
              <a:r>
                <a:rPr lang="zh-CN" altLang="en-US" sz="2000" b="1">
                  <a:solidFill>
                    <a:schemeClr val="folHlink"/>
                  </a:solidFill>
                  <a:effectLst>
                    <a:outerShdw blurRad="38100" dist="38100" dir="2700000" algn="tl">
                      <a:srgbClr val="C0C0C0"/>
                    </a:outerShdw>
                  </a:effectLst>
                  <a:latin typeface="Arial" pitchFamily="34" charset="0"/>
                </a:rPr>
                <a:t>冲突域</a:t>
              </a:r>
            </a:p>
          </p:txBody>
        </p:sp>
        <p:sp>
          <p:nvSpPr>
            <p:cNvPr id="1048874" name="Rectangle 16"/>
            <p:cNvSpPr/>
            <p:nvPr/>
          </p:nvSpPr>
          <p:spPr>
            <a:xfrm>
              <a:off x="4322" y="2001"/>
              <a:ext cx="599" cy="250"/>
            </a:xfrm>
            <a:prstGeom prst="rect">
              <a:avLst/>
            </a:prstGeom>
            <a:noFill/>
            <a:ln>
              <a:noFill/>
            </a:ln>
          </p:spPr>
          <p:txBody>
            <a:bodyPr vert="horz" wrap="none" lIns="91440" tIns="45720" rIns="91440" bIns="45720" anchor="t">
              <a:spAutoFit/>
            </a:bodyPr>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hangingPunct="1">
                <a:spcBef>
                  <a:spcPct val="20000"/>
                </a:spcBef>
                <a:buSzPct val="85000"/>
                <a:buFontTx/>
                <a:buNone/>
              </a:pPr>
              <a:r>
                <a:rPr lang="zh-CN" altLang="en-US" sz="2000" b="1">
                  <a:solidFill>
                    <a:srgbClr val="FF0000"/>
                  </a:solidFill>
                  <a:effectLst>
                    <a:outerShdw blurRad="38100" dist="38100" dir="2700000" algn="tl">
                      <a:srgbClr val="C0C0C0"/>
                    </a:outerShdw>
                  </a:effectLst>
                  <a:latin typeface="Arial" pitchFamily="34" charset="0"/>
                </a:rPr>
                <a:t>广播域</a:t>
              </a:r>
            </a:p>
          </p:txBody>
        </p:sp>
        <p:sp>
          <p:nvSpPr>
            <p:cNvPr id="1048875" name="Oval 17"/>
            <p:cNvSpPr/>
            <p:nvPr/>
          </p:nvSpPr>
          <p:spPr>
            <a:xfrm rot="337387">
              <a:off x="2191" y="1727"/>
              <a:ext cx="482" cy="1364"/>
            </a:xfrm>
            <a:prstGeom prst="ellipse">
              <a:avLst/>
            </a:prstGeom>
            <a:noFill/>
            <a:ln w="9525" cap="rnd" cmpd="sng">
              <a:solidFill>
                <a:srgbClr val="0000FF">
                  <a:alpha val="100000"/>
                </a:srgbClr>
              </a:solidFill>
              <a:prstDash val="sysDot"/>
              <a:round/>
            </a:ln>
          </p:spPr>
          <p:txBody>
            <a:bodyPr vert="horz" wrap="none" lIns="91440" tIns="45720" rIns="91440" bIns="45720" anchor="ctr"/>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hangingPunct="1"/>
              <a:endParaRPr lang="zh-CN" altLang="en-US"/>
            </a:p>
          </p:txBody>
        </p:sp>
        <p:sp>
          <p:nvSpPr>
            <p:cNvPr id="1048876" name="Oval 18"/>
            <p:cNvSpPr/>
            <p:nvPr/>
          </p:nvSpPr>
          <p:spPr>
            <a:xfrm rot="20327150">
              <a:off x="2847" y="1645"/>
              <a:ext cx="482" cy="1446"/>
            </a:xfrm>
            <a:prstGeom prst="ellipse">
              <a:avLst/>
            </a:prstGeom>
            <a:noFill/>
            <a:ln w="9525" cap="rnd" cmpd="sng">
              <a:solidFill>
                <a:srgbClr val="0000FF">
                  <a:alpha val="100000"/>
                </a:srgbClr>
              </a:solidFill>
              <a:prstDash val="sysDot"/>
              <a:round/>
            </a:ln>
          </p:spPr>
          <p:txBody>
            <a:bodyPr vert="horz" wrap="none" lIns="91440" tIns="45720" rIns="91440" bIns="45720" anchor="ctr"/>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hangingPunct="1"/>
              <a:endParaRPr lang="zh-CN" altLang="en-US"/>
            </a:p>
          </p:txBody>
        </p:sp>
        <p:sp>
          <p:nvSpPr>
            <p:cNvPr id="1048877" name="Oval 19"/>
            <p:cNvSpPr/>
            <p:nvPr/>
          </p:nvSpPr>
          <p:spPr>
            <a:xfrm rot="18931124">
              <a:off x="3547" y="1480"/>
              <a:ext cx="481" cy="1445"/>
            </a:xfrm>
            <a:prstGeom prst="ellipse">
              <a:avLst/>
            </a:prstGeom>
            <a:noFill/>
            <a:ln w="9525" cap="rnd" cmpd="sng">
              <a:solidFill>
                <a:srgbClr val="0000FF">
                  <a:alpha val="100000"/>
                </a:srgbClr>
              </a:solidFill>
              <a:prstDash val="sysDot"/>
              <a:round/>
            </a:ln>
          </p:spPr>
          <p:txBody>
            <a:bodyPr vert="horz" wrap="none" lIns="91440" tIns="45720" rIns="91440" bIns="45720" anchor="ctr"/>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hangingPunct="1"/>
              <a:endParaRPr lang="zh-CN" altLang="en-US"/>
            </a:p>
          </p:txBody>
        </p:sp>
        <p:sp>
          <p:nvSpPr>
            <p:cNvPr id="1048878" name="Oval 20"/>
            <p:cNvSpPr/>
            <p:nvPr/>
          </p:nvSpPr>
          <p:spPr>
            <a:xfrm rot="2524626">
              <a:off x="1564" y="1582"/>
              <a:ext cx="481" cy="1198"/>
            </a:xfrm>
            <a:prstGeom prst="ellipse">
              <a:avLst/>
            </a:prstGeom>
            <a:noFill/>
            <a:ln w="9525" cap="rnd" cmpd="sng">
              <a:solidFill>
                <a:srgbClr val="0000FF">
                  <a:alpha val="100000"/>
                </a:srgbClr>
              </a:solidFill>
              <a:prstDash val="sysDot"/>
              <a:round/>
            </a:ln>
          </p:spPr>
          <p:txBody>
            <a:bodyPr vert="horz" wrap="none" lIns="91440" tIns="45720" rIns="91440" bIns="45720" anchor="ctr"/>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hangingPunct="1"/>
              <a:endParaRPr lang="zh-CN" altLang="en-US"/>
            </a:p>
          </p:txBody>
        </p:sp>
        <p:graphicFrame>
          <p:nvGraphicFramePr>
            <p:cNvPr id="4194305" name="对象 4194304"/>
            <p:cNvGraphicFramePr>
              <a:graphicFrameLocks/>
            </p:cNvGraphicFramePr>
            <p:nvPr/>
          </p:nvGraphicFramePr>
          <p:xfrm>
            <a:off x="1929" y="1273"/>
            <a:ext cx="1881" cy="363"/>
          </p:xfrm>
          <a:graphic>
            <a:graphicData uri="http://schemas.openxmlformats.org/presentationml/2006/ole">
              <mc:AlternateContent xmlns:mc="http://schemas.openxmlformats.org/markup-compatibility/2006">
                <mc:Choice xmlns:v="urn:schemas-microsoft-com:vml" Requires="v">
                  <p:oleObj spid="_x0000_s1044" name="CorelDRAW" r:id="rId10" imgW="1881" imgH="363" progId="CorelDRAW.Graphic.9">
                    <p:embed followColorScheme="full"/>
                  </p:oleObj>
                </mc:Choice>
                <mc:Fallback>
                  <p:oleObj name="CorelDRAW" r:id="rId10" imgW="1881" imgH="363" progId="CorelDRAW.Graphic.9">
                    <p:embed followColorScheme="full"/>
                    <p:pic>
                      <p:nvPicPr>
                        <p:cNvPr id="2097186" name="Object 21"/>
                        <p:cNvPicPr>
                          <a:picLocks/>
                        </p:cNvPicPr>
                        <p:nvPr/>
                      </p:nvPicPr>
                      <p:blipFill>
                        <a:blip r:embed="rId11">
                          <a:lum bright="6000"/>
                        </a:blip>
                        <a:srcRect/>
                        <a:stretch>
                          <a:fillRect/>
                        </a:stretch>
                      </p:blipFill>
                      <p:spPr>
                        <a:xfrm>
                          <a:off x="1929" y="1273"/>
                          <a:ext cx="1881" cy="363"/>
                        </a:xfrm>
                        <a:prstGeom prst="rect">
                          <a:avLst/>
                        </a:prstGeom>
                        <a:noFill/>
                        <a:ln>
                          <a:noFill/>
                        </a:ln>
                      </p:spPr>
                    </p:pic>
                  </p:oleObj>
                </mc:Fallback>
              </mc:AlternateContent>
            </a:graphicData>
          </a:graphic>
        </p:graphicFrame>
        <p:sp>
          <p:nvSpPr>
            <p:cNvPr id="1048879" name="Rectangle 23"/>
            <p:cNvSpPr/>
            <p:nvPr/>
          </p:nvSpPr>
          <p:spPr>
            <a:xfrm>
              <a:off x="3869" y="1253"/>
              <a:ext cx="599" cy="250"/>
            </a:xfrm>
            <a:prstGeom prst="rect">
              <a:avLst/>
            </a:prstGeom>
            <a:noFill/>
            <a:ln>
              <a:noFill/>
            </a:ln>
          </p:spPr>
          <p:txBody>
            <a:bodyPr vert="horz" wrap="none" lIns="91440" tIns="45720" rIns="91440" bIns="45720" anchor="t">
              <a:spAutoFit/>
            </a:bodyPr>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hangingPunct="1">
                <a:spcBef>
                  <a:spcPct val="20000"/>
                </a:spcBef>
                <a:buSzPct val="85000"/>
                <a:buFontTx/>
                <a:buNone/>
              </a:pPr>
              <a:r>
                <a:rPr lang="zh-CN" altLang="en-US" sz="2000" b="1">
                  <a:solidFill>
                    <a:schemeClr val="folHlink"/>
                  </a:solidFill>
                  <a:effectLst>
                    <a:outerShdw blurRad="38100" dist="38100" dir="2700000" algn="tl">
                      <a:srgbClr val="C0C0C0"/>
                    </a:outerShdw>
                  </a:effectLst>
                  <a:latin typeface="Arial" pitchFamily="34" charset="0"/>
                </a:rPr>
                <a:t>交换机</a:t>
              </a: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83"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3.2  </a:t>
            </a:r>
            <a:r>
              <a:rPr lang="zh-CN" altLang="en-US"/>
              <a:t>广播传输网络</a:t>
            </a:r>
          </a:p>
        </p:txBody>
      </p:sp>
      <p:sp>
        <p:nvSpPr>
          <p:cNvPr id="1048884" name="Rectangle 3"/>
          <p:cNvSpPr>
            <a:spLocks noGrp="1"/>
          </p:cNvSpPr>
          <p:nvPr>
            <p:ph idx="1"/>
          </p:nvPr>
        </p:nvSpPr>
        <p:spPr>
          <a:xfrm>
            <a:off x="436562" y="1415257"/>
            <a:ext cx="10515600" cy="582612"/>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4"/>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5"/>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5"/>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5"/>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en-US" altLang="zh-CN" dirty="0"/>
              <a:t>[</a:t>
            </a:r>
            <a:r>
              <a:rPr lang="zh-CN" altLang="en-US" dirty="0"/>
              <a:t>案例</a:t>
            </a:r>
            <a:r>
              <a:rPr lang="en-US" altLang="zh-CN" dirty="0"/>
              <a:t>]  </a:t>
            </a:r>
            <a:r>
              <a:rPr lang="zh-CN" altLang="en-US" dirty="0"/>
              <a:t>局域网中的广播域</a:t>
            </a:r>
          </a:p>
        </p:txBody>
      </p:sp>
      <p:grpSp>
        <p:nvGrpSpPr>
          <p:cNvPr id="180" name="组合 179"/>
          <p:cNvGrpSpPr/>
          <p:nvPr/>
        </p:nvGrpSpPr>
        <p:grpSpPr>
          <a:xfrm>
            <a:off x="2508250" y="2058987"/>
            <a:ext cx="7404100" cy="4322762"/>
            <a:chOff x="620" y="1297"/>
            <a:chExt cx="4664" cy="2723"/>
          </a:xfrm>
        </p:grpSpPr>
        <p:grpSp>
          <p:nvGrpSpPr>
            <p:cNvPr id="181" name="组合 180"/>
            <p:cNvGrpSpPr/>
            <p:nvPr/>
          </p:nvGrpSpPr>
          <p:grpSpPr>
            <a:xfrm>
              <a:off x="772" y="1297"/>
              <a:ext cx="4512" cy="2723"/>
              <a:chOff x="2832" y="2832"/>
              <a:chExt cx="1680" cy="917"/>
            </a:xfrm>
          </p:grpSpPr>
          <p:sp>
            <p:nvSpPr>
              <p:cNvPr id="1048885" name="Oval 24"/>
              <p:cNvSpPr/>
              <p:nvPr/>
            </p:nvSpPr>
            <p:spPr>
              <a:xfrm>
                <a:off x="2832" y="2976"/>
                <a:ext cx="1680" cy="773"/>
              </a:xfrm>
              <a:prstGeom prst="ellipse">
                <a:avLst/>
              </a:prstGeom>
              <a:gradFill rotWithShape="0">
                <a:gsLst>
                  <a:gs pos="0">
                    <a:srgbClr val="336699">
                      <a:alpha val="100000"/>
                    </a:srgbClr>
                  </a:gs>
                  <a:gs pos="100000">
                    <a:schemeClr val="lt1">
                      <a:alpha val="100000"/>
                    </a:schemeClr>
                  </a:gs>
                </a:gsLst>
                <a:path path="shape">
                  <a:fillToRect l="50000" t="50000" r="50000" b="50000"/>
                </a:path>
              </a:gradFill>
              <a:ln>
                <a:noFill/>
              </a:ln>
            </p:spPr>
            <p:txBody>
              <a:bodyPr vert="horz" wrap="none" lIns="91440" tIns="45720" rIns="91440" bIns="45720" anchor="ctr"/>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hangingPunct="1"/>
                <a:endParaRPr lang="zh-CN" altLang="en-US"/>
              </a:p>
            </p:txBody>
          </p:sp>
          <p:pic>
            <p:nvPicPr>
              <p:cNvPr id="2097187" name="Picture 25" descr="图形1"/>
              <p:cNvPicPr>
                <a:picLocks/>
              </p:cNvPicPr>
              <p:nvPr/>
            </p:nvPicPr>
            <p:blipFill>
              <a:blip r:embed="rId6"/>
              <a:srcRect/>
              <a:stretch>
                <a:fillRect/>
              </a:stretch>
            </p:blipFill>
            <p:spPr>
              <a:xfrm>
                <a:off x="2880" y="2832"/>
                <a:ext cx="1367" cy="672"/>
              </a:xfrm>
              <a:prstGeom prst="rect">
                <a:avLst/>
              </a:prstGeom>
              <a:noFill/>
              <a:ln>
                <a:noFill/>
              </a:ln>
            </p:spPr>
          </p:pic>
        </p:grpSp>
        <p:sp>
          <p:nvSpPr>
            <p:cNvPr id="1048886" name="Line 27"/>
            <p:cNvSpPr/>
            <p:nvPr/>
          </p:nvSpPr>
          <p:spPr>
            <a:xfrm flipH="1">
              <a:off x="1247" y="2656"/>
              <a:ext cx="376" cy="292"/>
            </a:xfrm>
            <a:prstGeom prst="line">
              <a:avLst/>
            </a:prstGeom>
            <a:noFill/>
            <a:ln w="28575" cap="flat" cmpd="sng">
              <a:solidFill>
                <a:srgbClr val="0000FF">
                  <a:alpha val="100000"/>
                </a:srgbClr>
              </a:solidFill>
              <a:prstDash val="solid"/>
              <a:round/>
            </a:ln>
          </p:spPr>
        </p:sp>
        <p:sp>
          <p:nvSpPr>
            <p:cNvPr id="1048887" name="Line 28"/>
            <p:cNvSpPr/>
            <p:nvPr/>
          </p:nvSpPr>
          <p:spPr>
            <a:xfrm>
              <a:off x="1674" y="2670"/>
              <a:ext cx="0" cy="325"/>
            </a:xfrm>
            <a:prstGeom prst="line">
              <a:avLst/>
            </a:prstGeom>
            <a:noFill/>
            <a:ln w="28575" cap="flat" cmpd="sng">
              <a:solidFill>
                <a:srgbClr val="0000FF">
                  <a:alpha val="100000"/>
                </a:srgbClr>
              </a:solidFill>
              <a:prstDash val="solid"/>
              <a:round/>
            </a:ln>
          </p:spPr>
        </p:sp>
        <p:graphicFrame>
          <p:nvGraphicFramePr>
            <p:cNvPr id="4194306" name="对象 4194305"/>
            <p:cNvGraphicFramePr>
              <a:graphicFrameLocks/>
            </p:cNvGraphicFramePr>
            <p:nvPr/>
          </p:nvGraphicFramePr>
          <p:xfrm>
            <a:off x="1458" y="2507"/>
            <a:ext cx="382" cy="166"/>
          </p:xfrm>
          <a:graphic>
            <a:graphicData uri="http://schemas.openxmlformats.org/presentationml/2006/ole">
              <mc:AlternateContent xmlns:mc="http://schemas.openxmlformats.org/markup-compatibility/2006">
                <mc:Choice xmlns:v="urn:schemas-microsoft-com:vml" Requires="v">
                  <p:oleObj spid="_x0000_s2284" name="CorelDRAW" r:id="rId7" imgW="382" imgH="166" progId="CorelDRAW.Graphic.9">
                    <p:embed followColorScheme="full"/>
                  </p:oleObj>
                </mc:Choice>
                <mc:Fallback>
                  <p:oleObj name="CorelDRAW" r:id="rId7" imgW="382" imgH="166" progId="CorelDRAW.Graphic.9">
                    <p:embed followColorScheme="full"/>
                    <p:pic>
                      <p:nvPicPr>
                        <p:cNvPr id="2097188" name="Object 29"/>
                        <p:cNvPicPr>
                          <a:picLocks/>
                        </p:cNvPicPr>
                        <p:nvPr/>
                      </p:nvPicPr>
                      <p:blipFill>
                        <a:blip r:embed="rId8"/>
                        <a:srcRect/>
                        <a:stretch>
                          <a:fillRect/>
                        </a:stretch>
                      </p:blipFill>
                      <p:spPr>
                        <a:xfrm>
                          <a:off x="1458" y="2507"/>
                          <a:ext cx="382" cy="166"/>
                        </a:xfrm>
                        <a:prstGeom prst="rect">
                          <a:avLst/>
                        </a:prstGeom>
                        <a:noFill/>
                        <a:ln>
                          <a:noFill/>
                        </a:ln>
                      </p:spPr>
                    </p:pic>
                  </p:oleObj>
                </mc:Fallback>
              </mc:AlternateContent>
            </a:graphicData>
          </a:graphic>
        </p:graphicFrame>
        <p:sp>
          <p:nvSpPr>
            <p:cNvPr id="1048888" name="Line 30"/>
            <p:cNvSpPr/>
            <p:nvPr/>
          </p:nvSpPr>
          <p:spPr>
            <a:xfrm>
              <a:off x="1301" y="3113"/>
              <a:ext cx="128" cy="226"/>
            </a:xfrm>
            <a:prstGeom prst="line">
              <a:avLst/>
            </a:prstGeom>
            <a:noFill/>
            <a:ln w="28575" cap="flat" cmpd="sng">
              <a:solidFill>
                <a:srgbClr val="0000FF">
                  <a:alpha val="100000"/>
                </a:srgbClr>
              </a:solidFill>
              <a:prstDash val="solid"/>
              <a:round/>
            </a:ln>
          </p:spPr>
        </p:sp>
        <p:graphicFrame>
          <p:nvGraphicFramePr>
            <p:cNvPr id="4194307" name="对象 4194306"/>
            <p:cNvGraphicFramePr>
              <a:graphicFrameLocks/>
            </p:cNvGraphicFramePr>
            <p:nvPr/>
          </p:nvGraphicFramePr>
          <p:xfrm>
            <a:off x="1512" y="2941"/>
            <a:ext cx="382" cy="166"/>
          </p:xfrm>
          <a:graphic>
            <a:graphicData uri="http://schemas.openxmlformats.org/presentationml/2006/ole">
              <mc:AlternateContent xmlns:mc="http://schemas.openxmlformats.org/markup-compatibility/2006">
                <mc:Choice xmlns:v="urn:schemas-microsoft-com:vml" Requires="v">
                  <p:oleObj spid="_x0000_s2285" name="CorelDRAW" r:id="rId9" imgW="382" imgH="166" progId="CorelDRAW.Graphic.9">
                    <p:embed followColorScheme="full"/>
                  </p:oleObj>
                </mc:Choice>
                <mc:Fallback>
                  <p:oleObj name="CorelDRAW" r:id="rId9" imgW="382" imgH="166" progId="CorelDRAW.Graphic.9">
                    <p:embed followColorScheme="full"/>
                    <p:pic>
                      <p:nvPicPr>
                        <p:cNvPr id="2097189" name="Object 31"/>
                        <p:cNvPicPr>
                          <a:picLocks/>
                        </p:cNvPicPr>
                        <p:nvPr/>
                      </p:nvPicPr>
                      <p:blipFill>
                        <a:blip r:embed="rId8"/>
                        <a:srcRect/>
                        <a:stretch>
                          <a:fillRect/>
                        </a:stretch>
                      </p:blipFill>
                      <p:spPr>
                        <a:xfrm>
                          <a:off x="1512" y="2941"/>
                          <a:ext cx="382" cy="166"/>
                        </a:xfrm>
                        <a:prstGeom prst="rect">
                          <a:avLst/>
                        </a:prstGeom>
                        <a:noFill/>
                        <a:ln>
                          <a:noFill/>
                        </a:ln>
                      </p:spPr>
                    </p:pic>
                  </p:oleObj>
                </mc:Fallback>
              </mc:AlternateContent>
            </a:graphicData>
          </a:graphic>
        </p:graphicFrame>
        <p:sp>
          <p:nvSpPr>
            <p:cNvPr id="1048889" name="Line 32"/>
            <p:cNvSpPr/>
            <p:nvPr/>
          </p:nvSpPr>
          <p:spPr>
            <a:xfrm>
              <a:off x="1674" y="3104"/>
              <a:ext cx="0" cy="271"/>
            </a:xfrm>
            <a:prstGeom prst="line">
              <a:avLst/>
            </a:prstGeom>
            <a:noFill/>
            <a:ln w="28575" cap="flat" cmpd="sng">
              <a:solidFill>
                <a:srgbClr val="0000FF">
                  <a:alpha val="100000"/>
                </a:srgbClr>
              </a:solidFill>
              <a:prstDash val="solid"/>
              <a:round/>
            </a:ln>
          </p:spPr>
        </p:sp>
        <p:sp>
          <p:nvSpPr>
            <p:cNvPr id="1048890" name="Text Box 33"/>
            <p:cNvSpPr txBox="1"/>
            <p:nvPr/>
          </p:nvSpPr>
          <p:spPr>
            <a:xfrm>
              <a:off x="1404" y="2778"/>
              <a:ext cx="270" cy="173"/>
            </a:xfrm>
            <a:prstGeom prst="rect">
              <a:avLst/>
            </a:prstGeom>
            <a:noFill/>
            <a:ln>
              <a:noFill/>
            </a:ln>
          </p:spPr>
          <p:txBody>
            <a:bodyPr vert="horz" lIns="91440" tIns="45720" rIns="91440" bIns="45720" anchor="t">
              <a:spAutoFit/>
            </a:bodyPr>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a:spcBef>
                  <a:spcPct val="50000"/>
                </a:spcBef>
              </a:pPr>
              <a:r>
                <a:rPr lang="en-US" altLang="zh-CN" sz="1200" b="1">
                  <a:solidFill>
                    <a:srgbClr val="006699"/>
                  </a:solidFill>
                  <a:effectLst>
                    <a:outerShdw blurRad="38100" dist="38100" dir="2700000" algn="tl">
                      <a:srgbClr val="C0C0C0"/>
                    </a:outerShdw>
                  </a:effectLst>
                  <a:latin typeface="Arial" pitchFamily="34" charset="0"/>
                </a:rPr>
                <a:t>L2</a:t>
              </a:r>
            </a:p>
          </p:txBody>
        </p:sp>
        <p:grpSp>
          <p:nvGrpSpPr>
            <p:cNvPr id="182" name="组合 181"/>
            <p:cNvGrpSpPr/>
            <p:nvPr/>
          </p:nvGrpSpPr>
          <p:grpSpPr>
            <a:xfrm>
              <a:off x="1188" y="3321"/>
              <a:ext cx="324" cy="325"/>
              <a:chOff x="323" y="2780"/>
              <a:chExt cx="176" cy="230"/>
            </a:xfrm>
          </p:grpSpPr>
          <p:pic>
            <p:nvPicPr>
              <p:cNvPr id="2097190" name="Picture 35"/>
              <p:cNvPicPr>
                <a:picLocks/>
              </p:cNvPicPr>
              <p:nvPr/>
            </p:nvPicPr>
            <p:blipFill>
              <a:blip r:embed="rId10"/>
              <a:srcRect/>
              <a:stretch>
                <a:fillRect/>
              </a:stretch>
            </p:blipFill>
            <p:spPr>
              <a:xfrm>
                <a:off x="397" y="2781"/>
                <a:ext cx="102" cy="87"/>
              </a:xfrm>
              <a:prstGeom prst="rect">
                <a:avLst/>
              </a:prstGeom>
              <a:noFill/>
              <a:ln>
                <a:noFill/>
              </a:ln>
            </p:spPr>
          </p:pic>
          <p:pic>
            <p:nvPicPr>
              <p:cNvPr id="2097191" name="Picture 36"/>
              <p:cNvPicPr>
                <a:picLocks/>
              </p:cNvPicPr>
              <p:nvPr/>
            </p:nvPicPr>
            <p:blipFill>
              <a:blip r:embed="rId11"/>
              <a:srcRect/>
              <a:stretch>
                <a:fillRect/>
              </a:stretch>
            </p:blipFill>
            <p:spPr>
              <a:xfrm>
                <a:off x="323" y="2780"/>
                <a:ext cx="137" cy="230"/>
              </a:xfrm>
              <a:prstGeom prst="rect">
                <a:avLst/>
              </a:prstGeom>
              <a:noFill/>
              <a:ln>
                <a:noFill/>
              </a:ln>
            </p:spPr>
          </p:pic>
        </p:grpSp>
        <p:grpSp>
          <p:nvGrpSpPr>
            <p:cNvPr id="183" name="组合 182"/>
            <p:cNvGrpSpPr/>
            <p:nvPr/>
          </p:nvGrpSpPr>
          <p:grpSpPr>
            <a:xfrm>
              <a:off x="1566" y="3321"/>
              <a:ext cx="325" cy="325"/>
              <a:chOff x="323" y="2780"/>
              <a:chExt cx="176" cy="230"/>
            </a:xfrm>
          </p:grpSpPr>
          <p:pic>
            <p:nvPicPr>
              <p:cNvPr id="2097192" name="Picture 38"/>
              <p:cNvPicPr>
                <a:picLocks/>
              </p:cNvPicPr>
              <p:nvPr/>
            </p:nvPicPr>
            <p:blipFill>
              <a:blip r:embed="rId10"/>
              <a:srcRect/>
              <a:stretch>
                <a:fillRect/>
              </a:stretch>
            </p:blipFill>
            <p:spPr>
              <a:xfrm>
                <a:off x="397" y="2781"/>
                <a:ext cx="102" cy="87"/>
              </a:xfrm>
              <a:prstGeom prst="rect">
                <a:avLst/>
              </a:prstGeom>
              <a:noFill/>
              <a:ln>
                <a:noFill/>
              </a:ln>
            </p:spPr>
          </p:pic>
          <p:pic>
            <p:nvPicPr>
              <p:cNvPr id="2097193" name="Picture 39"/>
              <p:cNvPicPr>
                <a:picLocks/>
              </p:cNvPicPr>
              <p:nvPr/>
            </p:nvPicPr>
            <p:blipFill>
              <a:blip r:embed="rId11"/>
              <a:srcRect/>
              <a:stretch>
                <a:fillRect/>
              </a:stretch>
            </p:blipFill>
            <p:spPr>
              <a:xfrm>
                <a:off x="323" y="2780"/>
                <a:ext cx="137" cy="230"/>
              </a:xfrm>
              <a:prstGeom prst="rect">
                <a:avLst/>
              </a:prstGeom>
              <a:noFill/>
              <a:ln>
                <a:noFill/>
              </a:ln>
            </p:spPr>
          </p:pic>
        </p:grpSp>
        <p:sp>
          <p:nvSpPr>
            <p:cNvPr id="1048891" name="Line 40"/>
            <p:cNvSpPr/>
            <p:nvPr/>
          </p:nvSpPr>
          <p:spPr>
            <a:xfrm flipV="1">
              <a:off x="1784" y="1679"/>
              <a:ext cx="812" cy="611"/>
            </a:xfrm>
            <a:prstGeom prst="line">
              <a:avLst/>
            </a:prstGeom>
            <a:noFill/>
            <a:ln w="28575" cap="flat" cmpd="sng">
              <a:solidFill>
                <a:srgbClr val="FF0000">
                  <a:alpha val="100000"/>
                </a:srgbClr>
              </a:solidFill>
              <a:prstDash val="solid"/>
              <a:round/>
            </a:ln>
          </p:spPr>
        </p:sp>
        <p:graphicFrame>
          <p:nvGraphicFramePr>
            <p:cNvPr id="4194308" name="对象 4194307"/>
            <p:cNvGraphicFramePr>
              <a:graphicFrameLocks/>
            </p:cNvGraphicFramePr>
            <p:nvPr/>
          </p:nvGraphicFramePr>
          <p:xfrm>
            <a:off x="2652" y="2188"/>
            <a:ext cx="433" cy="146"/>
          </p:xfrm>
          <a:graphic>
            <a:graphicData uri="http://schemas.openxmlformats.org/presentationml/2006/ole">
              <mc:AlternateContent xmlns:mc="http://schemas.openxmlformats.org/markup-compatibility/2006">
                <mc:Choice xmlns:v="urn:schemas-microsoft-com:vml" Requires="v">
                  <p:oleObj spid="_x0000_s2286" name="CorelDRAW" r:id="rId12" imgW="433" imgH="146" progId="CorelDRAW.Graphic.9">
                    <p:embed followColorScheme="full"/>
                  </p:oleObj>
                </mc:Choice>
                <mc:Fallback>
                  <p:oleObj name="CorelDRAW" r:id="rId12" imgW="433" imgH="146" progId="CorelDRAW.Graphic.9">
                    <p:embed followColorScheme="full"/>
                    <p:pic>
                      <p:nvPicPr>
                        <p:cNvPr id="2097194" name="Object 41"/>
                        <p:cNvPicPr>
                          <a:picLocks/>
                        </p:cNvPicPr>
                        <p:nvPr/>
                      </p:nvPicPr>
                      <p:blipFill>
                        <a:blip r:embed="rId8"/>
                        <a:srcRect/>
                        <a:stretch>
                          <a:fillRect/>
                        </a:stretch>
                      </p:blipFill>
                      <p:spPr>
                        <a:xfrm>
                          <a:off x="2652" y="2188"/>
                          <a:ext cx="433" cy="146"/>
                        </a:xfrm>
                        <a:prstGeom prst="rect">
                          <a:avLst/>
                        </a:prstGeom>
                        <a:noFill/>
                        <a:ln>
                          <a:noFill/>
                        </a:ln>
                      </p:spPr>
                    </p:pic>
                  </p:oleObj>
                </mc:Fallback>
              </mc:AlternateContent>
            </a:graphicData>
          </a:graphic>
        </p:graphicFrame>
        <p:sp>
          <p:nvSpPr>
            <p:cNvPr id="1048892" name="Line 42"/>
            <p:cNvSpPr/>
            <p:nvPr/>
          </p:nvSpPr>
          <p:spPr>
            <a:xfrm flipH="1" flipV="1">
              <a:off x="2866" y="1679"/>
              <a:ext cx="2" cy="509"/>
            </a:xfrm>
            <a:prstGeom prst="line">
              <a:avLst/>
            </a:prstGeom>
            <a:noFill/>
            <a:ln w="28575" cap="flat" cmpd="sng">
              <a:solidFill>
                <a:srgbClr val="FF0000">
                  <a:alpha val="100000"/>
                </a:srgbClr>
              </a:solidFill>
              <a:prstDash val="solid"/>
              <a:round/>
            </a:ln>
          </p:spPr>
        </p:sp>
        <p:graphicFrame>
          <p:nvGraphicFramePr>
            <p:cNvPr id="4194309" name="对象 4194308"/>
            <p:cNvGraphicFramePr>
              <a:graphicFrameLocks/>
            </p:cNvGraphicFramePr>
            <p:nvPr/>
          </p:nvGraphicFramePr>
          <p:xfrm>
            <a:off x="1458" y="2171"/>
            <a:ext cx="433" cy="163"/>
          </p:xfrm>
          <a:graphic>
            <a:graphicData uri="http://schemas.openxmlformats.org/presentationml/2006/ole">
              <mc:AlternateContent xmlns:mc="http://schemas.openxmlformats.org/markup-compatibility/2006">
                <mc:Choice xmlns:v="urn:schemas-microsoft-com:vml" Requires="v">
                  <p:oleObj spid="_x0000_s2287" name="CorelDRAW" r:id="rId13" imgW="433" imgH="163" progId="CorelDRAW.Graphic.9">
                    <p:embed followColorScheme="full"/>
                  </p:oleObj>
                </mc:Choice>
                <mc:Fallback>
                  <p:oleObj name="CorelDRAW" r:id="rId13" imgW="433" imgH="163" progId="CorelDRAW.Graphic.9">
                    <p:embed followColorScheme="full"/>
                    <p:pic>
                      <p:nvPicPr>
                        <p:cNvPr id="2097195" name="Object 43"/>
                        <p:cNvPicPr>
                          <a:picLocks/>
                        </p:cNvPicPr>
                        <p:nvPr/>
                      </p:nvPicPr>
                      <p:blipFill>
                        <a:blip r:embed="rId8"/>
                        <a:srcRect/>
                        <a:stretch>
                          <a:fillRect/>
                        </a:stretch>
                      </p:blipFill>
                      <p:spPr>
                        <a:xfrm>
                          <a:off x="1458" y="2171"/>
                          <a:ext cx="433" cy="163"/>
                        </a:xfrm>
                        <a:prstGeom prst="rect">
                          <a:avLst/>
                        </a:prstGeom>
                        <a:noFill/>
                        <a:ln>
                          <a:noFill/>
                        </a:ln>
                      </p:spPr>
                    </p:pic>
                  </p:oleObj>
                </mc:Fallback>
              </mc:AlternateContent>
            </a:graphicData>
          </a:graphic>
        </p:graphicFrame>
        <p:graphicFrame>
          <p:nvGraphicFramePr>
            <p:cNvPr id="4194310" name="对象 4194309"/>
            <p:cNvGraphicFramePr>
              <a:graphicFrameLocks/>
            </p:cNvGraphicFramePr>
            <p:nvPr/>
          </p:nvGraphicFramePr>
          <p:xfrm>
            <a:off x="3733" y="2188"/>
            <a:ext cx="433" cy="163"/>
          </p:xfrm>
          <a:graphic>
            <a:graphicData uri="http://schemas.openxmlformats.org/presentationml/2006/ole">
              <mc:AlternateContent xmlns:mc="http://schemas.openxmlformats.org/markup-compatibility/2006">
                <mc:Choice xmlns:v="urn:schemas-microsoft-com:vml" Requires="v">
                  <p:oleObj spid="_x0000_s2288" name="CorelDRAW" r:id="rId14" imgW="433" imgH="163" progId="CorelDRAW.Graphic.9">
                    <p:embed followColorScheme="full"/>
                  </p:oleObj>
                </mc:Choice>
                <mc:Fallback>
                  <p:oleObj name="CorelDRAW" r:id="rId14" imgW="433" imgH="163" progId="CorelDRAW.Graphic.9">
                    <p:embed followColorScheme="full"/>
                    <p:pic>
                      <p:nvPicPr>
                        <p:cNvPr id="2097196" name="Object 44"/>
                        <p:cNvPicPr>
                          <a:picLocks/>
                        </p:cNvPicPr>
                        <p:nvPr/>
                      </p:nvPicPr>
                      <p:blipFill>
                        <a:blip r:embed="rId8"/>
                        <a:srcRect/>
                        <a:stretch>
                          <a:fillRect/>
                        </a:stretch>
                      </p:blipFill>
                      <p:spPr>
                        <a:xfrm>
                          <a:off x="3733" y="2188"/>
                          <a:ext cx="433" cy="163"/>
                        </a:xfrm>
                        <a:prstGeom prst="rect">
                          <a:avLst/>
                        </a:prstGeom>
                        <a:noFill/>
                        <a:ln>
                          <a:noFill/>
                        </a:ln>
                      </p:spPr>
                    </p:pic>
                  </p:oleObj>
                </mc:Fallback>
              </mc:AlternateContent>
            </a:graphicData>
          </a:graphic>
        </p:graphicFrame>
        <p:sp>
          <p:nvSpPr>
            <p:cNvPr id="1048893" name="Line 45"/>
            <p:cNvSpPr/>
            <p:nvPr/>
          </p:nvSpPr>
          <p:spPr>
            <a:xfrm flipH="1" flipV="1">
              <a:off x="3190" y="1625"/>
              <a:ext cx="705" cy="563"/>
            </a:xfrm>
            <a:prstGeom prst="line">
              <a:avLst/>
            </a:prstGeom>
            <a:noFill/>
            <a:ln w="28575" cap="flat" cmpd="sng">
              <a:solidFill>
                <a:srgbClr val="FF0000">
                  <a:alpha val="100000"/>
                </a:srgbClr>
              </a:solidFill>
              <a:prstDash val="solid"/>
              <a:round/>
            </a:ln>
          </p:spPr>
        </p:sp>
        <p:graphicFrame>
          <p:nvGraphicFramePr>
            <p:cNvPr id="4194311" name="对象 4194310"/>
            <p:cNvGraphicFramePr>
              <a:graphicFrameLocks/>
            </p:cNvGraphicFramePr>
            <p:nvPr/>
          </p:nvGraphicFramePr>
          <p:xfrm>
            <a:off x="1031" y="2948"/>
            <a:ext cx="381" cy="166"/>
          </p:xfrm>
          <a:graphic>
            <a:graphicData uri="http://schemas.openxmlformats.org/presentationml/2006/ole">
              <mc:AlternateContent xmlns:mc="http://schemas.openxmlformats.org/markup-compatibility/2006">
                <mc:Choice xmlns:v="urn:schemas-microsoft-com:vml" Requires="v">
                  <p:oleObj spid="_x0000_s2289" name="CorelDRAW" r:id="rId15" imgW="381" imgH="166" progId="CorelDRAW.Graphic.9">
                    <p:embed followColorScheme="full"/>
                  </p:oleObj>
                </mc:Choice>
                <mc:Fallback>
                  <p:oleObj name="CorelDRAW" r:id="rId15" imgW="381" imgH="166" progId="CorelDRAW.Graphic.9">
                    <p:embed followColorScheme="full"/>
                    <p:pic>
                      <p:nvPicPr>
                        <p:cNvPr id="2097197" name="Object 46"/>
                        <p:cNvPicPr>
                          <a:picLocks/>
                        </p:cNvPicPr>
                        <p:nvPr/>
                      </p:nvPicPr>
                      <p:blipFill>
                        <a:blip r:embed="rId8"/>
                        <a:srcRect/>
                        <a:stretch>
                          <a:fillRect/>
                        </a:stretch>
                      </p:blipFill>
                      <p:spPr>
                        <a:xfrm>
                          <a:off x="1031" y="2948"/>
                          <a:ext cx="381" cy="166"/>
                        </a:xfrm>
                        <a:prstGeom prst="rect">
                          <a:avLst/>
                        </a:prstGeom>
                        <a:noFill/>
                        <a:ln>
                          <a:noFill/>
                        </a:ln>
                      </p:spPr>
                    </p:pic>
                  </p:oleObj>
                </mc:Fallback>
              </mc:AlternateContent>
            </a:graphicData>
          </a:graphic>
        </p:graphicFrame>
        <p:sp>
          <p:nvSpPr>
            <p:cNvPr id="1048894" name="Line 47"/>
            <p:cNvSpPr/>
            <p:nvPr/>
          </p:nvSpPr>
          <p:spPr>
            <a:xfrm flipH="1">
              <a:off x="1655" y="2296"/>
              <a:ext cx="20" cy="227"/>
            </a:xfrm>
            <a:prstGeom prst="line">
              <a:avLst/>
            </a:prstGeom>
            <a:noFill/>
            <a:ln w="28575" cap="flat" cmpd="sng">
              <a:solidFill>
                <a:srgbClr val="FF0000">
                  <a:alpha val="100000"/>
                </a:srgbClr>
              </a:solidFill>
              <a:prstDash val="solid"/>
              <a:round/>
            </a:ln>
          </p:spPr>
        </p:sp>
        <p:sp>
          <p:nvSpPr>
            <p:cNvPr id="1048895" name="Line 48"/>
            <p:cNvSpPr/>
            <p:nvPr/>
          </p:nvSpPr>
          <p:spPr>
            <a:xfrm>
              <a:off x="2868" y="2296"/>
              <a:ext cx="1" cy="326"/>
            </a:xfrm>
            <a:prstGeom prst="line">
              <a:avLst/>
            </a:prstGeom>
            <a:noFill/>
            <a:ln w="28575" cap="flat" cmpd="sng">
              <a:solidFill>
                <a:srgbClr val="FF0000">
                  <a:alpha val="100000"/>
                </a:srgbClr>
              </a:solidFill>
              <a:prstDash val="solid"/>
              <a:round/>
            </a:ln>
          </p:spPr>
        </p:sp>
        <p:sp>
          <p:nvSpPr>
            <p:cNvPr id="1048896" name="Line 49"/>
            <p:cNvSpPr/>
            <p:nvPr/>
          </p:nvSpPr>
          <p:spPr>
            <a:xfrm flipH="1">
              <a:off x="2652" y="2676"/>
              <a:ext cx="216" cy="326"/>
            </a:xfrm>
            <a:prstGeom prst="line">
              <a:avLst/>
            </a:prstGeom>
            <a:noFill/>
            <a:ln w="9525" cap="flat" cmpd="sng">
              <a:solidFill>
                <a:schemeClr val="accent2">
                  <a:alpha val="100000"/>
                </a:schemeClr>
              </a:solidFill>
              <a:prstDash val="solid"/>
              <a:round/>
            </a:ln>
          </p:spPr>
        </p:sp>
        <p:graphicFrame>
          <p:nvGraphicFramePr>
            <p:cNvPr id="4194312" name="对象 4194311"/>
            <p:cNvGraphicFramePr>
              <a:graphicFrameLocks/>
            </p:cNvGraphicFramePr>
            <p:nvPr/>
          </p:nvGraphicFramePr>
          <p:xfrm>
            <a:off x="2436" y="3002"/>
            <a:ext cx="382" cy="166"/>
          </p:xfrm>
          <a:graphic>
            <a:graphicData uri="http://schemas.openxmlformats.org/presentationml/2006/ole">
              <mc:AlternateContent xmlns:mc="http://schemas.openxmlformats.org/markup-compatibility/2006">
                <mc:Choice xmlns:v="urn:schemas-microsoft-com:vml" Requires="v">
                  <p:oleObj spid="_x0000_s2290" name="CorelDRAW" r:id="rId16" imgW="382" imgH="166" progId="CorelDRAW.Graphic.9">
                    <p:embed followColorScheme="full"/>
                  </p:oleObj>
                </mc:Choice>
                <mc:Fallback>
                  <p:oleObj name="CorelDRAW" r:id="rId16" imgW="382" imgH="166" progId="CorelDRAW.Graphic.9">
                    <p:embed followColorScheme="full"/>
                    <p:pic>
                      <p:nvPicPr>
                        <p:cNvPr id="2097198" name="Object 50"/>
                        <p:cNvPicPr>
                          <a:picLocks/>
                        </p:cNvPicPr>
                        <p:nvPr/>
                      </p:nvPicPr>
                      <p:blipFill>
                        <a:blip r:embed="rId8"/>
                        <a:srcRect/>
                        <a:stretch>
                          <a:fillRect/>
                        </a:stretch>
                      </p:blipFill>
                      <p:spPr>
                        <a:xfrm>
                          <a:off x="2436" y="3002"/>
                          <a:ext cx="382" cy="166"/>
                        </a:xfrm>
                        <a:prstGeom prst="rect">
                          <a:avLst/>
                        </a:prstGeom>
                        <a:noFill/>
                        <a:ln>
                          <a:noFill/>
                        </a:ln>
                      </p:spPr>
                    </p:pic>
                  </p:oleObj>
                </mc:Fallback>
              </mc:AlternateContent>
            </a:graphicData>
          </a:graphic>
        </p:graphicFrame>
        <p:graphicFrame>
          <p:nvGraphicFramePr>
            <p:cNvPr id="4194313" name="对象 4194312"/>
            <p:cNvGraphicFramePr>
              <a:graphicFrameLocks/>
            </p:cNvGraphicFramePr>
            <p:nvPr/>
          </p:nvGraphicFramePr>
          <p:xfrm>
            <a:off x="2652" y="2514"/>
            <a:ext cx="382" cy="166"/>
          </p:xfrm>
          <a:graphic>
            <a:graphicData uri="http://schemas.openxmlformats.org/presentationml/2006/ole">
              <mc:AlternateContent xmlns:mc="http://schemas.openxmlformats.org/markup-compatibility/2006">
                <mc:Choice xmlns:v="urn:schemas-microsoft-com:vml" Requires="v">
                  <p:oleObj spid="_x0000_s2291" name="CorelDRAW" r:id="rId17" imgW="382" imgH="166" progId="CorelDRAW.Graphic.9">
                    <p:embed followColorScheme="full"/>
                  </p:oleObj>
                </mc:Choice>
                <mc:Fallback>
                  <p:oleObj name="CorelDRAW" r:id="rId17" imgW="382" imgH="166" progId="CorelDRAW.Graphic.9">
                    <p:embed followColorScheme="full"/>
                    <p:pic>
                      <p:nvPicPr>
                        <p:cNvPr id="2097199" name="Object 51"/>
                        <p:cNvPicPr>
                          <a:picLocks/>
                        </p:cNvPicPr>
                        <p:nvPr/>
                      </p:nvPicPr>
                      <p:blipFill>
                        <a:blip r:embed="rId8"/>
                        <a:srcRect/>
                        <a:stretch>
                          <a:fillRect/>
                        </a:stretch>
                      </p:blipFill>
                      <p:spPr>
                        <a:xfrm>
                          <a:off x="2652" y="2514"/>
                          <a:ext cx="382" cy="166"/>
                        </a:xfrm>
                        <a:prstGeom prst="rect">
                          <a:avLst/>
                        </a:prstGeom>
                        <a:noFill/>
                        <a:ln>
                          <a:noFill/>
                        </a:ln>
                      </p:spPr>
                    </p:pic>
                  </p:oleObj>
                </mc:Fallback>
              </mc:AlternateContent>
            </a:graphicData>
          </a:graphic>
        </p:graphicFrame>
        <p:graphicFrame>
          <p:nvGraphicFramePr>
            <p:cNvPr id="4194314" name="对象 4194313"/>
            <p:cNvGraphicFramePr>
              <a:graphicFrameLocks/>
            </p:cNvGraphicFramePr>
            <p:nvPr/>
          </p:nvGraphicFramePr>
          <p:xfrm>
            <a:off x="2976" y="3002"/>
            <a:ext cx="382" cy="166"/>
          </p:xfrm>
          <a:graphic>
            <a:graphicData uri="http://schemas.openxmlformats.org/presentationml/2006/ole">
              <mc:AlternateContent xmlns:mc="http://schemas.openxmlformats.org/markup-compatibility/2006">
                <mc:Choice xmlns:v="urn:schemas-microsoft-com:vml" Requires="v">
                  <p:oleObj spid="_x0000_s2292" name="CorelDRAW" r:id="rId18" imgW="382" imgH="166" progId="CorelDRAW.Graphic.9">
                    <p:embed followColorScheme="full"/>
                  </p:oleObj>
                </mc:Choice>
                <mc:Fallback>
                  <p:oleObj name="CorelDRAW" r:id="rId18" imgW="382" imgH="166" progId="CorelDRAW.Graphic.9">
                    <p:embed followColorScheme="full"/>
                    <p:pic>
                      <p:nvPicPr>
                        <p:cNvPr id="2097200" name="Object 52"/>
                        <p:cNvPicPr>
                          <a:picLocks/>
                        </p:cNvPicPr>
                        <p:nvPr/>
                      </p:nvPicPr>
                      <p:blipFill>
                        <a:blip r:embed="rId8"/>
                        <a:srcRect/>
                        <a:stretch>
                          <a:fillRect/>
                        </a:stretch>
                      </p:blipFill>
                      <p:spPr>
                        <a:xfrm>
                          <a:off x="2976" y="3002"/>
                          <a:ext cx="382" cy="166"/>
                        </a:xfrm>
                        <a:prstGeom prst="rect">
                          <a:avLst/>
                        </a:prstGeom>
                        <a:noFill/>
                        <a:ln>
                          <a:noFill/>
                        </a:ln>
                      </p:spPr>
                    </p:pic>
                  </p:oleObj>
                </mc:Fallback>
              </mc:AlternateContent>
            </a:graphicData>
          </a:graphic>
        </p:graphicFrame>
        <p:sp>
          <p:nvSpPr>
            <p:cNvPr id="1048897" name="Line 53"/>
            <p:cNvSpPr/>
            <p:nvPr/>
          </p:nvSpPr>
          <p:spPr>
            <a:xfrm flipH="1">
              <a:off x="2544" y="3165"/>
              <a:ext cx="108" cy="217"/>
            </a:xfrm>
            <a:prstGeom prst="line">
              <a:avLst/>
            </a:prstGeom>
            <a:noFill/>
            <a:ln w="9525" cap="flat" cmpd="sng">
              <a:solidFill>
                <a:schemeClr val="accent2">
                  <a:alpha val="100000"/>
                </a:schemeClr>
              </a:solidFill>
              <a:prstDash val="solid"/>
              <a:round/>
            </a:ln>
          </p:spPr>
        </p:sp>
        <p:sp>
          <p:nvSpPr>
            <p:cNvPr id="1048898" name="Line 54"/>
            <p:cNvSpPr/>
            <p:nvPr/>
          </p:nvSpPr>
          <p:spPr>
            <a:xfrm>
              <a:off x="3139" y="3165"/>
              <a:ext cx="49" cy="210"/>
            </a:xfrm>
            <a:prstGeom prst="line">
              <a:avLst/>
            </a:prstGeom>
            <a:noFill/>
            <a:ln w="9525" cap="flat" cmpd="sng">
              <a:solidFill>
                <a:schemeClr val="accent2">
                  <a:alpha val="100000"/>
                </a:schemeClr>
              </a:solidFill>
              <a:prstDash val="solid"/>
              <a:round/>
            </a:ln>
          </p:spPr>
        </p:sp>
        <p:sp>
          <p:nvSpPr>
            <p:cNvPr id="1048899" name="Line 55"/>
            <p:cNvSpPr/>
            <p:nvPr/>
          </p:nvSpPr>
          <p:spPr>
            <a:xfrm>
              <a:off x="2922" y="2676"/>
              <a:ext cx="163" cy="326"/>
            </a:xfrm>
            <a:prstGeom prst="line">
              <a:avLst/>
            </a:prstGeom>
            <a:noFill/>
            <a:ln w="9525" cap="flat" cmpd="sng">
              <a:solidFill>
                <a:schemeClr val="accent2">
                  <a:alpha val="100000"/>
                </a:schemeClr>
              </a:solidFill>
              <a:prstDash val="solid"/>
              <a:round/>
            </a:ln>
          </p:spPr>
        </p:sp>
        <p:sp>
          <p:nvSpPr>
            <p:cNvPr id="1048900" name="Line 56"/>
            <p:cNvSpPr/>
            <p:nvPr/>
          </p:nvSpPr>
          <p:spPr>
            <a:xfrm>
              <a:off x="3949" y="2351"/>
              <a:ext cx="1" cy="271"/>
            </a:xfrm>
            <a:prstGeom prst="line">
              <a:avLst/>
            </a:prstGeom>
            <a:noFill/>
            <a:ln w="28575" cap="flat" cmpd="sng">
              <a:solidFill>
                <a:srgbClr val="FF0000">
                  <a:alpha val="100000"/>
                </a:srgbClr>
              </a:solidFill>
              <a:prstDash val="solid"/>
              <a:round/>
            </a:ln>
          </p:spPr>
        </p:sp>
        <p:sp>
          <p:nvSpPr>
            <p:cNvPr id="1048901" name="Text Box 57"/>
            <p:cNvSpPr txBox="1"/>
            <p:nvPr/>
          </p:nvSpPr>
          <p:spPr>
            <a:xfrm>
              <a:off x="3188" y="2832"/>
              <a:ext cx="270" cy="173"/>
            </a:xfrm>
            <a:prstGeom prst="rect">
              <a:avLst/>
            </a:prstGeom>
            <a:noFill/>
            <a:ln>
              <a:noFill/>
            </a:ln>
          </p:spPr>
          <p:txBody>
            <a:bodyPr vert="horz" lIns="91440" tIns="45720" rIns="91440" bIns="45720" anchor="t">
              <a:spAutoFit/>
            </a:bodyPr>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a:spcBef>
                  <a:spcPct val="50000"/>
                </a:spcBef>
              </a:pPr>
              <a:r>
                <a:rPr lang="en-US" altLang="zh-CN" sz="1200" b="1">
                  <a:solidFill>
                    <a:srgbClr val="006699"/>
                  </a:solidFill>
                  <a:effectLst>
                    <a:outerShdw blurRad="38100" dist="38100" dir="2700000" algn="tl">
                      <a:srgbClr val="C0C0C0"/>
                    </a:outerShdw>
                  </a:effectLst>
                  <a:latin typeface="Arial" pitchFamily="34" charset="0"/>
                </a:rPr>
                <a:t>L2</a:t>
              </a:r>
            </a:p>
          </p:txBody>
        </p:sp>
        <p:sp>
          <p:nvSpPr>
            <p:cNvPr id="1048902" name="Text Box 58"/>
            <p:cNvSpPr txBox="1"/>
            <p:nvPr/>
          </p:nvSpPr>
          <p:spPr>
            <a:xfrm>
              <a:off x="3512" y="2452"/>
              <a:ext cx="271" cy="173"/>
            </a:xfrm>
            <a:prstGeom prst="rect">
              <a:avLst/>
            </a:prstGeom>
            <a:noFill/>
            <a:ln>
              <a:noFill/>
            </a:ln>
          </p:spPr>
          <p:txBody>
            <a:bodyPr vert="horz" lIns="91440" tIns="45720" rIns="91440" bIns="45720" anchor="t">
              <a:spAutoFit/>
            </a:bodyPr>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a:spcBef>
                  <a:spcPct val="50000"/>
                </a:spcBef>
              </a:pPr>
              <a:r>
                <a:rPr lang="en-US" altLang="zh-CN" sz="1200" b="1">
                  <a:solidFill>
                    <a:srgbClr val="006699"/>
                  </a:solidFill>
                  <a:effectLst>
                    <a:outerShdw blurRad="38100" dist="38100" dir="2700000" algn="tl">
                      <a:srgbClr val="C0C0C0"/>
                    </a:outerShdw>
                  </a:effectLst>
                  <a:latin typeface="Arial" pitchFamily="34" charset="0"/>
                </a:rPr>
                <a:t>L2</a:t>
              </a:r>
            </a:p>
          </p:txBody>
        </p:sp>
        <p:sp>
          <p:nvSpPr>
            <p:cNvPr id="1048903" name="Text Box 59"/>
            <p:cNvSpPr txBox="1"/>
            <p:nvPr/>
          </p:nvSpPr>
          <p:spPr>
            <a:xfrm>
              <a:off x="1891" y="2452"/>
              <a:ext cx="270" cy="173"/>
            </a:xfrm>
            <a:prstGeom prst="rect">
              <a:avLst/>
            </a:prstGeom>
            <a:noFill/>
            <a:ln>
              <a:noFill/>
            </a:ln>
          </p:spPr>
          <p:txBody>
            <a:bodyPr vert="horz" lIns="91440" tIns="45720" rIns="91440" bIns="45720" anchor="t">
              <a:spAutoFit/>
            </a:bodyPr>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a:spcBef>
                  <a:spcPct val="50000"/>
                </a:spcBef>
              </a:pPr>
              <a:r>
                <a:rPr lang="en-US" altLang="zh-CN" sz="1200" b="1">
                  <a:solidFill>
                    <a:srgbClr val="006699"/>
                  </a:solidFill>
                  <a:effectLst>
                    <a:outerShdw blurRad="38100" dist="38100" dir="2700000" algn="tl">
                      <a:srgbClr val="C0C0C0"/>
                    </a:outerShdw>
                  </a:effectLst>
                  <a:latin typeface="Arial" pitchFamily="34" charset="0"/>
                </a:rPr>
                <a:t>L2</a:t>
              </a:r>
            </a:p>
          </p:txBody>
        </p:sp>
        <p:grpSp>
          <p:nvGrpSpPr>
            <p:cNvPr id="184" name="组合 183"/>
            <p:cNvGrpSpPr/>
            <p:nvPr/>
          </p:nvGrpSpPr>
          <p:grpSpPr>
            <a:xfrm>
              <a:off x="2436" y="3328"/>
              <a:ext cx="324" cy="325"/>
              <a:chOff x="323" y="2780"/>
              <a:chExt cx="176" cy="230"/>
            </a:xfrm>
          </p:grpSpPr>
          <p:pic>
            <p:nvPicPr>
              <p:cNvPr id="2097201" name="Picture 61"/>
              <p:cNvPicPr>
                <a:picLocks/>
              </p:cNvPicPr>
              <p:nvPr/>
            </p:nvPicPr>
            <p:blipFill>
              <a:blip r:embed="rId10"/>
              <a:srcRect/>
              <a:stretch>
                <a:fillRect/>
              </a:stretch>
            </p:blipFill>
            <p:spPr>
              <a:xfrm>
                <a:off x="397" y="2781"/>
                <a:ext cx="102" cy="87"/>
              </a:xfrm>
              <a:prstGeom prst="rect">
                <a:avLst/>
              </a:prstGeom>
              <a:noFill/>
              <a:ln>
                <a:noFill/>
              </a:ln>
            </p:spPr>
          </p:pic>
          <p:pic>
            <p:nvPicPr>
              <p:cNvPr id="2097202" name="Picture 62"/>
              <p:cNvPicPr>
                <a:picLocks/>
              </p:cNvPicPr>
              <p:nvPr/>
            </p:nvPicPr>
            <p:blipFill>
              <a:blip r:embed="rId11"/>
              <a:srcRect/>
              <a:stretch>
                <a:fillRect/>
              </a:stretch>
            </p:blipFill>
            <p:spPr>
              <a:xfrm>
                <a:off x="323" y="2780"/>
                <a:ext cx="137" cy="230"/>
              </a:xfrm>
              <a:prstGeom prst="rect">
                <a:avLst/>
              </a:prstGeom>
              <a:noFill/>
              <a:ln>
                <a:noFill/>
              </a:ln>
            </p:spPr>
          </p:pic>
        </p:grpSp>
        <p:grpSp>
          <p:nvGrpSpPr>
            <p:cNvPr id="185" name="组合 184"/>
            <p:cNvGrpSpPr/>
            <p:nvPr/>
          </p:nvGrpSpPr>
          <p:grpSpPr>
            <a:xfrm>
              <a:off x="3026" y="3321"/>
              <a:ext cx="324" cy="325"/>
              <a:chOff x="323" y="2780"/>
              <a:chExt cx="176" cy="230"/>
            </a:xfrm>
          </p:grpSpPr>
          <p:pic>
            <p:nvPicPr>
              <p:cNvPr id="2097203" name="Picture 64"/>
              <p:cNvPicPr>
                <a:picLocks/>
              </p:cNvPicPr>
              <p:nvPr/>
            </p:nvPicPr>
            <p:blipFill>
              <a:blip r:embed="rId10"/>
              <a:srcRect/>
              <a:stretch>
                <a:fillRect/>
              </a:stretch>
            </p:blipFill>
            <p:spPr>
              <a:xfrm>
                <a:off x="397" y="2781"/>
                <a:ext cx="102" cy="87"/>
              </a:xfrm>
              <a:prstGeom prst="rect">
                <a:avLst/>
              </a:prstGeom>
              <a:noFill/>
              <a:ln>
                <a:noFill/>
              </a:ln>
            </p:spPr>
          </p:pic>
          <p:pic>
            <p:nvPicPr>
              <p:cNvPr id="2097204" name="Picture 65"/>
              <p:cNvPicPr>
                <a:picLocks/>
              </p:cNvPicPr>
              <p:nvPr/>
            </p:nvPicPr>
            <p:blipFill>
              <a:blip r:embed="rId11"/>
              <a:srcRect/>
              <a:stretch>
                <a:fillRect/>
              </a:stretch>
            </p:blipFill>
            <p:spPr>
              <a:xfrm>
                <a:off x="323" y="2780"/>
                <a:ext cx="137" cy="230"/>
              </a:xfrm>
              <a:prstGeom prst="rect">
                <a:avLst/>
              </a:prstGeom>
              <a:noFill/>
              <a:ln>
                <a:noFill/>
              </a:ln>
            </p:spPr>
          </p:pic>
        </p:grpSp>
        <p:graphicFrame>
          <p:nvGraphicFramePr>
            <p:cNvPr id="4194315" name="对象 4194314"/>
            <p:cNvGraphicFramePr>
              <a:graphicFrameLocks/>
            </p:cNvGraphicFramePr>
            <p:nvPr/>
          </p:nvGraphicFramePr>
          <p:xfrm>
            <a:off x="2436" y="1374"/>
            <a:ext cx="811" cy="326"/>
          </p:xfrm>
          <a:graphic>
            <a:graphicData uri="http://schemas.openxmlformats.org/presentationml/2006/ole">
              <mc:AlternateContent xmlns:mc="http://schemas.openxmlformats.org/markup-compatibility/2006">
                <mc:Choice xmlns:v="urn:schemas-microsoft-com:vml" Requires="v">
                  <p:oleObj spid="_x0000_s2293" name="CorelDRAW" r:id="rId19" imgW="811" imgH="326" progId="CorelDRAW.Graphic.9">
                    <p:embed followColorScheme="full"/>
                  </p:oleObj>
                </mc:Choice>
                <mc:Fallback>
                  <p:oleObj name="CorelDRAW" r:id="rId19" imgW="811" imgH="326" progId="CorelDRAW.Graphic.9">
                    <p:embed followColorScheme="full"/>
                    <p:pic>
                      <p:nvPicPr>
                        <p:cNvPr id="2097205" name="Object 66"/>
                        <p:cNvPicPr>
                          <a:picLocks/>
                        </p:cNvPicPr>
                        <p:nvPr/>
                      </p:nvPicPr>
                      <p:blipFill>
                        <a:blip r:embed="rId8"/>
                        <a:srcRect/>
                        <a:stretch>
                          <a:fillRect/>
                        </a:stretch>
                      </p:blipFill>
                      <p:spPr>
                        <a:xfrm>
                          <a:off x="2436" y="1374"/>
                          <a:ext cx="811" cy="326"/>
                        </a:xfrm>
                        <a:prstGeom prst="rect">
                          <a:avLst/>
                        </a:prstGeom>
                        <a:noFill/>
                        <a:ln>
                          <a:noFill/>
                        </a:ln>
                      </p:spPr>
                    </p:pic>
                  </p:oleObj>
                </mc:Fallback>
              </mc:AlternateContent>
            </a:graphicData>
          </a:graphic>
        </p:graphicFrame>
        <p:sp>
          <p:nvSpPr>
            <p:cNvPr id="1048904" name="Line 67"/>
            <p:cNvSpPr/>
            <p:nvPr/>
          </p:nvSpPr>
          <p:spPr>
            <a:xfrm flipH="1">
              <a:off x="3949" y="2771"/>
              <a:ext cx="3" cy="285"/>
            </a:xfrm>
            <a:prstGeom prst="line">
              <a:avLst/>
            </a:prstGeom>
            <a:noFill/>
            <a:ln w="9525" cap="flat" cmpd="sng">
              <a:solidFill>
                <a:schemeClr val="accent2">
                  <a:alpha val="100000"/>
                </a:schemeClr>
              </a:solidFill>
              <a:prstDash val="solid"/>
              <a:round/>
            </a:ln>
          </p:spPr>
        </p:sp>
        <p:sp>
          <p:nvSpPr>
            <p:cNvPr id="1048905" name="Line 68"/>
            <p:cNvSpPr/>
            <p:nvPr/>
          </p:nvSpPr>
          <p:spPr>
            <a:xfrm>
              <a:off x="4003" y="2785"/>
              <a:ext cx="271" cy="271"/>
            </a:xfrm>
            <a:prstGeom prst="line">
              <a:avLst/>
            </a:prstGeom>
            <a:noFill/>
            <a:ln w="9525" cap="flat" cmpd="sng">
              <a:solidFill>
                <a:schemeClr val="accent2">
                  <a:alpha val="100000"/>
                </a:schemeClr>
              </a:solidFill>
              <a:prstDash val="solid"/>
              <a:round/>
            </a:ln>
          </p:spPr>
        </p:sp>
        <p:graphicFrame>
          <p:nvGraphicFramePr>
            <p:cNvPr id="4194316" name="对象 4194315"/>
            <p:cNvGraphicFramePr>
              <a:graphicFrameLocks/>
            </p:cNvGraphicFramePr>
            <p:nvPr/>
          </p:nvGraphicFramePr>
          <p:xfrm>
            <a:off x="3787" y="2622"/>
            <a:ext cx="382" cy="166"/>
          </p:xfrm>
          <a:graphic>
            <a:graphicData uri="http://schemas.openxmlformats.org/presentationml/2006/ole">
              <mc:AlternateContent xmlns:mc="http://schemas.openxmlformats.org/markup-compatibility/2006">
                <mc:Choice xmlns:v="urn:schemas-microsoft-com:vml" Requires="v">
                  <p:oleObj spid="_x0000_s2294" name="CorelDRAW" r:id="rId20" imgW="382" imgH="166" progId="CorelDRAW.Graphic.9">
                    <p:embed followColorScheme="full"/>
                  </p:oleObj>
                </mc:Choice>
                <mc:Fallback>
                  <p:oleObj name="CorelDRAW" r:id="rId20" imgW="382" imgH="166" progId="CorelDRAW.Graphic.9">
                    <p:embed followColorScheme="full"/>
                    <p:pic>
                      <p:nvPicPr>
                        <p:cNvPr id="2097206" name="Object 69"/>
                        <p:cNvPicPr>
                          <a:picLocks/>
                        </p:cNvPicPr>
                        <p:nvPr/>
                      </p:nvPicPr>
                      <p:blipFill>
                        <a:blip r:embed="rId8"/>
                        <a:srcRect/>
                        <a:stretch>
                          <a:fillRect/>
                        </a:stretch>
                      </p:blipFill>
                      <p:spPr>
                        <a:xfrm>
                          <a:off x="3787" y="2622"/>
                          <a:ext cx="382" cy="166"/>
                        </a:xfrm>
                        <a:prstGeom prst="rect">
                          <a:avLst/>
                        </a:prstGeom>
                        <a:noFill/>
                        <a:ln>
                          <a:noFill/>
                        </a:ln>
                      </p:spPr>
                    </p:pic>
                  </p:oleObj>
                </mc:Fallback>
              </mc:AlternateContent>
            </a:graphicData>
          </a:graphic>
        </p:graphicFrame>
        <p:sp>
          <p:nvSpPr>
            <p:cNvPr id="1048906" name="Line 70"/>
            <p:cNvSpPr/>
            <p:nvPr/>
          </p:nvSpPr>
          <p:spPr>
            <a:xfrm>
              <a:off x="3969" y="3219"/>
              <a:ext cx="15" cy="166"/>
            </a:xfrm>
            <a:prstGeom prst="line">
              <a:avLst/>
            </a:prstGeom>
            <a:noFill/>
            <a:ln w="28575" cap="flat" cmpd="sng">
              <a:solidFill>
                <a:srgbClr val="0000FF">
                  <a:alpha val="100000"/>
                </a:srgbClr>
              </a:solidFill>
              <a:prstDash val="solid"/>
              <a:round/>
            </a:ln>
          </p:spPr>
        </p:sp>
        <p:graphicFrame>
          <p:nvGraphicFramePr>
            <p:cNvPr id="4194317" name="对象 4194316"/>
            <p:cNvGraphicFramePr>
              <a:graphicFrameLocks/>
            </p:cNvGraphicFramePr>
            <p:nvPr/>
          </p:nvGraphicFramePr>
          <p:xfrm>
            <a:off x="4111" y="3056"/>
            <a:ext cx="382" cy="166"/>
          </p:xfrm>
          <a:graphic>
            <a:graphicData uri="http://schemas.openxmlformats.org/presentationml/2006/ole">
              <mc:AlternateContent xmlns:mc="http://schemas.openxmlformats.org/markup-compatibility/2006">
                <mc:Choice xmlns:v="urn:schemas-microsoft-com:vml" Requires="v">
                  <p:oleObj spid="_x0000_s2295" name="CorelDRAW" r:id="rId21" imgW="382" imgH="166" progId="CorelDRAW.Graphic.9">
                    <p:embed followColorScheme="full"/>
                  </p:oleObj>
                </mc:Choice>
                <mc:Fallback>
                  <p:oleObj name="CorelDRAW" r:id="rId21" imgW="382" imgH="166" progId="CorelDRAW.Graphic.9">
                    <p:embed followColorScheme="full"/>
                    <p:pic>
                      <p:nvPicPr>
                        <p:cNvPr id="2097207" name="Object 71"/>
                        <p:cNvPicPr>
                          <a:picLocks/>
                        </p:cNvPicPr>
                        <p:nvPr/>
                      </p:nvPicPr>
                      <p:blipFill>
                        <a:blip r:embed="rId8"/>
                        <a:srcRect/>
                        <a:stretch>
                          <a:fillRect/>
                        </a:stretch>
                      </p:blipFill>
                      <p:spPr>
                        <a:xfrm>
                          <a:off x="4111" y="3056"/>
                          <a:ext cx="382" cy="166"/>
                        </a:xfrm>
                        <a:prstGeom prst="rect">
                          <a:avLst/>
                        </a:prstGeom>
                        <a:noFill/>
                        <a:ln>
                          <a:noFill/>
                        </a:ln>
                      </p:spPr>
                    </p:pic>
                  </p:oleObj>
                </mc:Fallback>
              </mc:AlternateContent>
            </a:graphicData>
          </a:graphic>
        </p:graphicFrame>
        <p:sp>
          <p:nvSpPr>
            <p:cNvPr id="1048907" name="Line 72"/>
            <p:cNvSpPr/>
            <p:nvPr/>
          </p:nvSpPr>
          <p:spPr>
            <a:xfrm>
              <a:off x="4328" y="3219"/>
              <a:ext cx="1" cy="271"/>
            </a:xfrm>
            <a:prstGeom prst="line">
              <a:avLst/>
            </a:prstGeom>
            <a:noFill/>
            <a:ln w="28575" cap="flat" cmpd="sng">
              <a:solidFill>
                <a:srgbClr val="0000FF">
                  <a:alpha val="100000"/>
                </a:srgbClr>
              </a:solidFill>
              <a:prstDash val="solid"/>
              <a:round/>
            </a:ln>
          </p:spPr>
        </p:sp>
        <p:sp>
          <p:nvSpPr>
            <p:cNvPr id="1048908" name="Text Box 73"/>
            <p:cNvSpPr txBox="1"/>
            <p:nvPr/>
          </p:nvSpPr>
          <p:spPr>
            <a:xfrm>
              <a:off x="3787" y="2893"/>
              <a:ext cx="270" cy="173"/>
            </a:xfrm>
            <a:prstGeom prst="rect">
              <a:avLst/>
            </a:prstGeom>
            <a:noFill/>
            <a:ln>
              <a:noFill/>
            </a:ln>
          </p:spPr>
          <p:txBody>
            <a:bodyPr vert="horz" lIns="91440" tIns="45720" rIns="91440" bIns="45720" anchor="t">
              <a:spAutoFit/>
            </a:bodyPr>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a:spcBef>
                  <a:spcPct val="50000"/>
                </a:spcBef>
              </a:pPr>
              <a:r>
                <a:rPr lang="en-US" altLang="zh-CN" sz="1200" b="1">
                  <a:solidFill>
                    <a:srgbClr val="006699"/>
                  </a:solidFill>
                  <a:effectLst>
                    <a:outerShdw blurRad="38100" dist="38100" dir="2700000" algn="tl">
                      <a:srgbClr val="C0C0C0"/>
                    </a:outerShdw>
                  </a:effectLst>
                  <a:latin typeface="Arial" pitchFamily="34" charset="0"/>
                </a:rPr>
                <a:t>L2</a:t>
              </a:r>
            </a:p>
          </p:txBody>
        </p:sp>
        <p:grpSp>
          <p:nvGrpSpPr>
            <p:cNvPr id="186" name="组合 185"/>
            <p:cNvGrpSpPr/>
            <p:nvPr/>
          </p:nvGrpSpPr>
          <p:grpSpPr>
            <a:xfrm>
              <a:off x="3787" y="3382"/>
              <a:ext cx="324" cy="325"/>
              <a:chOff x="323" y="2780"/>
              <a:chExt cx="176" cy="230"/>
            </a:xfrm>
          </p:grpSpPr>
          <p:pic>
            <p:nvPicPr>
              <p:cNvPr id="2097208" name="Picture 75"/>
              <p:cNvPicPr>
                <a:picLocks/>
              </p:cNvPicPr>
              <p:nvPr/>
            </p:nvPicPr>
            <p:blipFill>
              <a:blip r:embed="rId10"/>
              <a:srcRect/>
              <a:stretch>
                <a:fillRect/>
              </a:stretch>
            </p:blipFill>
            <p:spPr>
              <a:xfrm>
                <a:off x="397" y="2781"/>
                <a:ext cx="102" cy="87"/>
              </a:xfrm>
              <a:prstGeom prst="rect">
                <a:avLst/>
              </a:prstGeom>
              <a:noFill/>
              <a:ln>
                <a:noFill/>
              </a:ln>
            </p:spPr>
          </p:pic>
          <p:pic>
            <p:nvPicPr>
              <p:cNvPr id="2097209" name="Picture 76"/>
              <p:cNvPicPr>
                <a:picLocks/>
              </p:cNvPicPr>
              <p:nvPr/>
            </p:nvPicPr>
            <p:blipFill>
              <a:blip r:embed="rId11"/>
              <a:srcRect/>
              <a:stretch>
                <a:fillRect/>
              </a:stretch>
            </p:blipFill>
            <p:spPr>
              <a:xfrm>
                <a:off x="323" y="2780"/>
                <a:ext cx="137" cy="230"/>
              </a:xfrm>
              <a:prstGeom prst="rect">
                <a:avLst/>
              </a:prstGeom>
              <a:noFill/>
              <a:ln>
                <a:noFill/>
              </a:ln>
            </p:spPr>
          </p:pic>
        </p:grpSp>
        <p:grpSp>
          <p:nvGrpSpPr>
            <p:cNvPr id="187" name="组合 186"/>
            <p:cNvGrpSpPr/>
            <p:nvPr/>
          </p:nvGrpSpPr>
          <p:grpSpPr>
            <a:xfrm>
              <a:off x="4220" y="3436"/>
              <a:ext cx="324" cy="326"/>
              <a:chOff x="323" y="2780"/>
              <a:chExt cx="176" cy="230"/>
            </a:xfrm>
          </p:grpSpPr>
          <p:pic>
            <p:nvPicPr>
              <p:cNvPr id="2097210" name="Picture 78"/>
              <p:cNvPicPr>
                <a:picLocks/>
              </p:cNvPicPr>
              <p:nvPr/>
            </p:nvPicPr>
            <p:blipFill>
              <a:blip r:embed="rId10"/>
              <a:srcRect/>
              <a:stretch>
                <a:fillRect/>
              </a:stretch>
            </p:blipFill>
            <p:spPr>
              <a:xfrm>
                <a:off x="397" y="2781"/>
                <a:ext cx="102" cy="87"/>
              </a:xfrm>
              <a:prstGeom prst="rect">
                <a:avLst/>
              </a:prstGeom>
              <a:noFill/>
              <a:ln>
                <a:noFill/>
              </a:ln>
            </p:spPr>
          </p:pic>
          <p:pic>
            <p:nvPicPr>
              <p:cNvPr id="2097211" name="Picture 79"/>
              <p:cNvPicPr>
                <a:picLocks/>
              </p:cNvPicPr>
              <p:nvPr/>
            </p:nvPicPr>
            <p:blipFill>
              <a:blip r:embed="rId11"/>
              <a:srcRect/>
              <a:stretch>
                <a:fillRect/>
              </a:stretch>
            </p:blipFill>
            <p:spPr>
              <a:xfrm>
                <a:off x="323" y="2780"/>
                <a:ext cx="137" cy="230"/>
              </a:xfrm>
              <a:prstGeom prst="rect">
                <a:avLst/>
              </a:prstGeom>
              <a:noFill/>
              <a:ln>
                <a:noFill/>
              </a:ln>
            </p:spPr>
          </p:pic>
        </p:grpSp>
        <p:graphicFrame>
          <p:nvGraphicFramePr>
            <p:cNvPr id="4194318" name="对象 4194317"/>
            <p:cNvGraphicFramePr>
              <a:graphicFrameLocks/>
            </p:cNvGraphicFramePr>
            <p:nvPr/>
          </p:nvGraphicFramePr>
          <p:xfrm>
            <a:off x="3733" y="3056"/>
            <a:ext cx="382" cy="166"/>
          </p:xfrm>
          <a:graphic>
            <a:graphicData uri="http://schemas.openxmlformats.org/presentationml/2006/ole">
              <mc:AlternateContent xmlns:mc="http://schemas.openxmlformats.org/markup-compatibility/2006">
                <mc:Choice xmlns:v="urn:schemas-microsoft-com:vml" Requires="v">
                  <p:oleObj spid="_x0000_s2296" name="CorelDRAW" r:id="rId22" imgW="382" imgH="166" progId="CorelDRAW.Graphic.9">
                    <p:embed followColorScheme="full"/>
                  </p:oleObj>
                </mc:Choice>
                <mc:Fallback>
                  <p:oleObj name="CorelDRAW" r:id="rId22" imgW="382" imgH="166" progId="CorelDRAW.Graphic.9">
                    <p:embed followColorScheme="full"/>
                    <p:pic>
                      <p:nvPicPr>
                        <p:cNvPr id="2097212" name="Object 80"/>
                        <p:cNvPicPr>
                          <a:picLocks/>
                        </p:cNvPicPr>
                        <p:nvPr/>
                      </p:nvPicPr>
                      <p:blipFill>
                        <a:blip r:embed="rId8"/>
                        <a:srcRect/>
                        <a:stretch>
                          <a:fillRect/>
                        </a:stretch>
                      </p:blipFill>
                      <p:spPr>
                        <a:xfrm>
                          <a:off x="3733" y="3056"/>
                          <a:ext cx="382" cy="166"/>
                        </a:xfrm>
                        <a:prstGeom prst="rect">
                          <a:avLst/>
                        </a:prstGeom>
                        <a:noFill/>
                        <a:ln>
                          <a:noFill/>
                        </a:ln>
                      </p:spPr>
                    </p:pic>
                  </p:oleObj>
                </mc:Fallback>
              </mc:AlternateContent>
            </a:graphicData>
          </a:graphic>
        </p:graphicFrame>
        <p:sp>
          <p:nvSpPr>
            <p:cNvPr id="1048909" name="Text Box 81"/>
            <p:cNvSpPr txBox="1"/>
            <p:nvPr/>
          </p:nvSpPr>
          <p:spPr>
            <a:xfrm>
              <a:off x="4660" y="1873"/>
              <a:ext cx="336" cy="922"/>
            </a:xfrm>
            <a:prstGeom prst="rect">
              <a:avLst/>
            </a:prstGeom>
            <a:noFill/>
            <a:ln>
              <a:noFill/>
            </a:ln>
          </p:spPr>
          <p:txBody>
            <a:bodyPr vert="horz" lIns="91440" tIns="45720" rIns="91440" bIns="45720" anchor="t">
              <a:spAutoFit/>
            </a:bodyPr>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a:lnSpc>
                  <a:spcPct val="150000"/>
                </a:lnSpc>
                <a:spcBef>
                  <a:spcPct val="50000"/>
                </a:spcBef>
                <a:buClr>
                  <a:srgbClr val="FF0000"/>
                </a:buClr>
                <a:buFont typeface="Webdings" pitchFamily="18" charset="2"/>
                <a:buNone/>
              </a:pPr>
              <a:r>
                <a:rPr lang="zh-CN" altLang="en-US" sz="2000" b="1">
                  <a:solidFill>
                    <a:srgbClr val="0000FF"/>
                  </a:solidFill>
                  <a:latin typeface="Arial" pitchFamily="34" charset="0"/>
                </a:rPr>
                <a:t>广播域</a:t>
              </a:r>
            </a:p>
          </p:txBody>
        </p:sp>
        <p:sp>
          <p:nvSpPr>
            <p:cNvPr id="1048910" name="Line 82"/>
            <p:cNvSpPr/>
            <p:nvPr/>
          </p:nvSpPr>
          <p:spPr>
            <a:xfrm flipV="1">
              <a:off x="1108" y="3121"/>
              <a:ext cx="1" cy="336"/>
            </a:xfrm>
            <a:prstGeom prst="line">
              <a:avLst/>
            </a:prstGeom>
            <a:noFill/>
            <a:ln w="9525" cap="flat" cmpd="sng">
              <a:solidFill>
                <a:srgbClr val="FF00FF">
                  <a:alpha val="100000"/>
                </a:srgbClr>
              </a:solidFill>
              <a:prstDash val="solid"/>
              <a:round/>
              <a:tailEnd type="triangle" w="med" len="med"/>
            </a:ln>
          </p:spPr>
        </p:sp>
        <p:sp>
          <p:nvSpPr>
            <p:cNvPr id="1048911" name="Text Box 83"/>
            <p:cNvSpPr txBox="1"/>
            <p:nvPr/>
          </p:nvSpPr>
          <p:spPr>
            <a:xfrm>
              <a:off x="620" y="2833"/>
              <a:ext cx="536" cy="500"/>
            </a:xfrm>
            <a:prstGeom prst="rect">
              <a:avLst/>
            </a:prstGeom>
            <a:noFill/>
            <a:ln>
              <a:noFill/>
            </a:ln>
          </p:spPr>
          <p:txBody>
            <a:bodyPr vert="horz" lIns="91440" tIns="45720" rIns="91440" bIns="45720" anchor="t">
              <a:spAutoFit/>
            </a:bodyPr>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a:lnSpc>
                  <a:spcPct val="90000"/>
                </a:lnSpc>
                <a:spcBef>
                  <a:spcPct val="50000"/>
                </a:spcBef>
                <a:buClr>
                  <a:srgbClr val="FF0000"/>
                </a:buClr>
                <a:buFont typeface="Webdings" pitchFamily="18" charset="2"/>
                <a:buNone/>
              </a:pPr>
              <a:r>
                <a:rPr lang="zh-CN" altLang="en-US" sz="2000" b="1">
                  <a:solidFill>
                    <a:srgbClr val="0000FF"/>
                  </a:solidFill>
                  <a:effectLst>
                    <a:outerShdw blurRad="38100" dist="38100" dir="2700000" algn="tl">
                      <a:srgbClr val="C0C0C0"/>
                    </a:outerShdw>
                  </a:effectLst>
                  <a:latin typeface="Arial" pitchFamily="34" charset="0"/>
                </a:rPr>
                <a:t>广播</a:t>
              </a:r>
            </a:p>
            <a:p>
              <a:pPr lvl="0">
                <a:lnSpc>
                  <a:spcPct val="90000"/>
                </a:lnSpc>
                <a:spcBef>
                  <a:spcPct val="50000"/>
                </a:spcBef>
                <a:buClr>
                  <a:srgbClr val="FF0000"/>
                </a:buClr>
                <a:buFont typeface="Webdings" pitchFamily="18" charset="2"/>
                <a:buNone/>
              </a:pPr>
              <a:r>
                <a:rPr lang="zh-CN" altLang="en-US" sz="2000" b="1">
                  <a:solidFill>
                    <a:srgbClr val="0000FF"/>
                  </a:solidFill>
                  <a:effectLst>
                    <a:outerShdw blurRad="38100" dist="38100" dir="2700000" algn="tl">
                      <a:srgbClr val="C0C0C0"/>
                    </a:outerShdw>
                  </a:effectLst>
                  <a:latin typeface="Arial" pitchFamily="34" charset="0"/>
                </a:rPr>
                <a:t>报文</a:t>
              </a:r>
            </a:p>
          </p:txBody>
        </p:sp>
        <p:sp>
          <p:nvSpPr>
            <p:cNvPr id="1048912" name="Line 84"/>
            <p:cNvSpPr/>
            <p:nvPr/>
          </p:nvSpPr>
          <p:spPr>
            <a:xfrm flipV="1">
              <a:off x="1156" y="2689"/>
              <a:ext cx="288" cy="240"/>
            </a:xfrm>
            <a:prstGeom prst="line">
              <a:avLst/>
            </a:prstGeom>
            <a:noFill/>
            <a:ln w="9525" cap="flat" cmpd="sng">
              <a:solidFill>
                <a:srgbClr val="FF00FF">
                  <a:alpha val="100000"/>
                </a:srgbClr>
              </a:solidFill>
              <a:prstDash val="solid"/>
              <a:round/>
              <a:tailEnd type="triangle" w="med" len="med"/>
            </a:ln>
          </p:spPr>
        </p:sp>
        <p:sp>
          <p:nvSpPr>
            <p:cNvPr id="1048913" name="Line 85"/>
            <p:cNvSpPr/>
            <p:nvPr/>
          </p:nvSpPr>
          <p:spPr>
            <a:xfrm flipV="1">
              <a:off x="2020" y="1729"/>
              <a:ext cx="576" cy="432"/>
            </a:xfrm>
            <a:prstGeom prst="line">
              <a:avLst/>
            </a:prstGeom>
            <a:noFill/>
            <a:ln w="9525" cap="flat" cmpd="sng">
              <a:solidFill>
                <a:srgbClr val="FF00FF">
                  <a:alpha val="100000"/>
                </a:srgbClr>
              </a:solidFill>
              <a:prstDash val="solid"/>
              <a:round/>
              <a:tailEnd type="triangle" w="med" len="med"/>
            </a:ln>
          </p:spPr>
        </p:sp>
        <p:sp>
          <p:nvSpPr>
            <p:cNvPr id="1048914" name="Line 86"/>
            <p:cNvSpPr/>
            <p:nvPr/>
          </p:nvSpPr>
          <p:spPr>
            <a:xfrm>
              <a:off x="2932" y="1729"/>
              <a:ext cx="1" cy="480"/>
            </a:xfrm>
            <a:prstGeom prst="line">
              <a:avLst/>
            </a:prstGeom>
            <a:noFill/>
            <a:ln w="9525" cap="flat" cmpd="sng">
              <a:solidFill>
                <a:srgbClr val="FF00FF">
                  <a:alpha val="100000"/>
                </a:srgbClr>
              </a:solidFill>
              <a:prstDash val="solid"/>
              <a:round/>
              <a:tailEnd type="triangle" w="med" len="med"/>
            </a:ln>
          </p:spPr>
        </p:sp>
        <p:sp>
          <p:nvSpPr>
            <p:cNvPr id="1048915" name="Line 87"/>
            <p:cNvSpPr/>
            <p:nvPr/>
          </p:nvSpPr>
          <p:spPr>
            <a:xfrm>
              <a:off x="3172" y="1633"/>
              <a:ext cx="624" cy="528"/>
            </a:xfrm>
            <a:prstGeom prst="line">
              <a:avLst/>
            </a:prstGeom>
            <a:noFill/>
            <a:ln w="9525" cap="flat" cmpd="sng">
              <a:solidFill>
                <a:srgbClr val="FF00FF">
                  <a:alpha val="100000"/>
                </a:srgbClr>
              </a:solidFill>
              <a:prstDash val="solid"/>
              <a:round/>
              <a:tailEnd type="triangle" w="med" len="med"/>
            </a:ln>
          </p:spPr>
        </p:sp>
        <p:sp>
          <p:nvSpPr>
            <p:cNvPr id="1048916" name="Line 88"/>
            <p:cNvSpPr/>
            <p:nvPr/>
          </p:nvSpPr>
          <p:spPr>
            <a:xfrm>
              <a:off x="4036" y="2401"/>
              <a:ext cx="1" cy="240"/>
            </a:xfrm>
            <a:prstGeom prst="line">
              <a:avLst/>
            </a:prstGeom>
            <a:noFill/>
            <a:ln w="9525" cap="flat" cmpd="sng">
              <a:solidFill>
                <a:srgbClr val="FF00FF">
                  <a:alpha val="100000"/>
                </a:srgbClr>
              </a:solidFill>
              <a:prstDash val="solid"/>
              <a:round/>
              <a:tailEnd type="triangle" w="med" len="med"/>
            </a:ln>
          </p:spPr>
        </p:sp>
        <p:sp>
          <p:nvSpPr>
            <p:cNvPr id="1048917" name="Line 89"/>
            <p:cNvSpPr/>
            <p:nvPr/>
          </p:nvSpPr>
          <p:spPr>
            <a:xfrm>
              <a:off x="2932" y="2305"/>
              <a:ext cx="1" cy="240"/>
            </a:xfrm>
            <a:prstGeom prst="line">
              <a:avLst/>
            </a:prstGeom>
            <a:noFill/>
            <a:ln w="9525" cap="flat" cmpd="sng">
              <a:solidFill>
                <a:srgbClr val="FF00FF">
                  <a:alpha val="100000"/>
                </a:srgbClr>
              </a:solidFill>
              <a:prstDash val="solid"/>
              <a:round/>
              <a:tailEnd type="triangle" w="med" len="med"/>
            </a:ln>
          </p:spPr>
        </p:sp>
        <p:sp>
          <p:nvSpPr>
            <p:cNvPr id="1048918" name="Line 90"/>
            <p:cNvSpPr/>
            <p:nvPr/>
          </p:nvSpPr>
          <p:spPr>
            <a:xfrm flipV="1">
              <a:off x="1636" y="2257"/>
              <a:ext cx="1" cy="336"/>
            </a:xfrm>
            <a:prstGeom prst="line">
              <a:avLst/>
            </a:prstGeom>
            <a:noFill/>
            <a:ln w="9525" cap="flat" cmpd="sng">
              <a:solidFill>
                <a:srgbClr val="FF00FF">
                  <a:alpha val="100000"/>
                </a:srgbClr>
              </a:solidFill>
              <a:prstDash val="solid"/>
              <a:round/>
              <a:tailEnd type="triangle" w="med" len="med"/>
            </a:ln>
          </p:spPr>
        </p:sp>
        <p:sp>
          <p:nvSpPr>
            <p:cNvPr id="1048919" name="Line 91"/>
            <p:cNvSpPr/>
            <p:nvPr/>
          </p:nvSpPr>
          <p:spPr>
            <a:xfrm flipH="1">
              <a:off x="2596" y="2689"/>
              <a:ext cx="192" cy="288"/>
            </a:xfrm>
            <a:prstGeom prst="line">
              <a:avLst/>
            </a:prstGeom>
            <a:noFill/>
            <a:ln w="9525" cap="flat" cmpd="sng">
              <a:solidFill>
                <a:srgbClr val="FF00FF">
                  <a:alpha val="100000"/>
                </a:srgbClr>
              </a:solidFill>
              <a:prstDash val="solid"/>
              <a:round/>
              <a:tailEnd type="triangle" w="med" len="med"/>
            </a:ln>
          </p:spPr>
        </p:sp>
        <p:sp>
          <p:nvSpPr>
            <p:cNvPr id="1048920" name="Line 92"/>
            <p:cNvSpPr/>
            <p:nvPr/>
          </p:nvSpPr>
          <p:spPr>
            <a:xfrm>
              <a:off x="1732" y="2689"/>
              <a:ext cx="1" cy="240"/>
            </a:xfrm>
            <a:prstGeom prst="line">
              <a:avLst/>
            </a:prstGeom>
            <a:noFill/>
            <a:ln w="9525" cap="flat" cmpd="sng">
              <a:solidFill>
                <a:srgbClr val="FF00FF">
                  <a:alpha val="100000"/>
                </a:srgbClr>
              </a:solidFill>
              <a:prstDash val="solid"/>
              <a:round/>
              <a:tailEnd type="triangle" w="med" len="med"/>
            </a:ln>
          </p:spPr>
        </p:sp>
        <p:sp>
          <p:nvSpPr>
            <p:cNvPr id="1048921" name="Line 93"/>
            <p:cNvSpPr/>
            <p:nvPr/>
          </p:nvSpPr>
          <p:spPr>
            <a:xfrm>
              <a:off x="4036" y="3169"/>
              <a:ext cx="1" cy="240"/>
            </a:xfrm>
            <a:prstGeom prst="line">
              <a:avLst/>
            </a:prstGeom>
            <a:noFill/>
            <a:ln w="9525" cap="flat" cmpd="sng">
              <a:solidFill>
                <a:srgbClr val="FF00FF">
                  <a:alpha val="100000"/>
                </a:srgbClr>
              </a:solidFill>
              <a:prstDash val="solid"/>
              <a:round/>
              <a:tailEnd type="triangle" w="med" len="med"/>
            </a:ln>
          </p:spPr>
        </p:sp>
        <p:sp>
          <p:nvSpPr>
            <p:cNvPr id="1048922" name="Line 94"/>
            <p:cNvSpPr/>
            <p:nvPr/>
          </p:nvSpPr>
          <p:spPr>
            <a:xfrm>
              <a:off x="4372" y="3217"/>
              <a:ext cx="1" cy="240"/>
            </a:xfrm>
            <a:prstGeom prst="line">
              <a:avLst/>
            </a:prstGeom>
            <a:noFill/>
            <a:ln w="9525" cap="flat" cmpd="sng">
              <a:solidFill>
                <a:srgbClr val="FF00FF">
                  <a:alpha val="100000"/>
                </a:srgbClr>
              </a:solidFill>
              <a:prstDash val="solid"/>
              <a:round/>
              <a:tailEnd type="triangle" w="med" len="med"/>
            </a:ln>
          </p:spPr>
        </p:sp>
        <p:sp>
          <p:nvSpPr>
            <p:cNvPr id="1048923" name="Line 95"/>
            <p:cNvSpPr/>
            <p:nvPr/>
          </p:nvSpPr>
          <p:spPr>
            <a:xfrm>
              <a:off x="3892" y="2785"/>
              <a:ext cx="1" cy="240"/>
            </a:xfrm>
            <a:prstGeom prst="line">
              <a:avLst/>
            </a:prstGeom>
            <a:noFill/>
            <a:ln w="9525" cap="flat" cmpd="sng">
              <a:solidFill>
                <a:srgbClr val="FF00FF">
                  <a:alpha val="100000"/>
                </a:srgbClr>
              </a:solidFill>
              <a:prstDash val="solid"/>
              <a:round/>
              <a:tailEnd type="triangle" w="med" len="med"/>
            </a:ln>
          </p:spPr>
        </p:sp>
        <p:sp>
          <p:nvSpPr>
            <p:cNvPr id="1048924" name="Line 96"/>
            <p:cNvSpPr/>
            <p:nvPr/>
          </p:nvSpPr>
          <p:spPr>
            <a:xfrm>
              <a:off x="4084" y="2785"/>
              <a:ext cx="240" cy="240"/>
            </a:xfrm>
            <a:prstGeom prst="line">
              <a:avLst/>
            </a:prstGeom>
            <a:noFill/>
            <a:ln w="9525" cap="flat" cmpd="sng">
              <a:solidFill>
                <a:srgbClr val="FF00FF">
                  <a:alpha val="100000"/>
                </a:srgbClr>
              </a:solidFill>
              <a:prstDash val="solid"/>
              <a:round/>
              <a:tailEnd type="triangle" w="med" len="med"/>
            </a:ln>
          </p:spPr>
        </p:sp>
        <p:sp>
          <p:nvSpPr>
            <p:cNvPr id="1048925" name="Line 97"/>
            <p:cNvSpPr/>
            <p:nvPr/>
          </p:nvSpPr>
          <p:spPr>
            <a:xfrm>
              <a:off x="2980" y="2689"/>
              <a:ext cx="144" cy="288"/>
            </a:xfrm>
            <a:prstGeom prst="line">
              <a:avLst/>
            </a:prstGeom>
            <a:noFill/>
            <a:ln w="9525" cap="flat" cmpd="sng">
              <a:solidFill>
                <a:srgbClr val="FF00FF">
                  <a:alpha val="100000"/>
                </a:srgbClr>
              </a:solidFill>
              <a:prstDash val="solid"/>
              <a:round/>
              <a:tailEnd type="triangle" w="med" len="med"/>
            </a:ln>
          </p:spPr>
        </p:sp>
        <p:sp>
          <p:nvSpPr>
            <p:cNvPr id="1048926" name="Line 98"/>
            <p:cNvSpPr/>
            <p:nvPr/>
          </p:nvSpPr>
          <p:spPr>
            <a:xfrm>
              <a:off x="1732" y="3121"/>
              <a:ext cx="1" cy="240"/>
            </a:xfrm>
            <a:prstGeom prst="line">
              <a:avLst/>
            </a:prstGeom>
            <a:noFill/>
            <a:ln w="9525" cap="flat" cmpd="sng">
              <a:solidFill>
                <a:srgbClr val="FF00FF">
                  <a:alpha val="100000"/>
                </a:srgbClr>
              </a:solidFill>
              <a:prstDash val="solid"/>
              <a:round/>
              <a:tailEnd type="triangle" w="med" len="med"/>
            </a:ln>
          </p:spPr>
        </p:sp>
        <p:sp>
          <p:nvSpPr>
            <p:cNvPr id="1048927" name="Line 99"/>
            <p:cNvSpPr/>
            <p:nvPr/>
          </p:nvSpPr>
          <p:spPr>
            <a:xfrm flipH="1">
              <a:off x="2452" y="3169"/>
              <a:ext cx="144" cy="192"/>
            </a:xfrm>
            <a:prstGeom prst="line">
              <a:avLst/>
            </a:prstGeom>
            <a:noFill/>
            <a:ln w="9525" cap="flat" cmpd="sng">
              <a:solidFill>
                <a:srgbClr val="FF00FF">
                  <a:alpha val="100000"/>
                </a:srgbClr>
              </a:solidFill>
              <a:prstDash val="solid"/>
              <a:round/>
              <a:tailEnd type="triangle" w="med" len="med"/>
            </a:ln>
          </p:spPr>
        </p:sp>
        <p:sp>
          <p:nvSpPr>
            <p:cNvPr id="1048928" name="Line 100"/>
            <p:cNvSpPr/>
            <p:nvPr/>
          </p:nvSpPr>
          <p:spPr>
            <a:xfrm>
              <a:off x="3172" y="3121"/>
              <a:ext cx="144" cy="288"/>
            </a:xfrm>
            <a:prstGeom prst="line">
              <a:avLst/>
            </a:prstGeom>
            <a:noFill/>
            <a:ln w="9525" cap="flat" cmpd="sng">
              <a:solidFill>
                <a:srgbClr val="FF00FF">
                  <a:alpha val="100000"/>
                </a:srgbClr>
              </a:solidFill>
              <a:prstDash val="solid"/>
              <a:round/>
              <a:tailEnd type="triangle" w="med" len="med"/>
            </a:ln>
          </p:spPr>
        </p:sp>
        <p:sp>
          <p:nvSpPr>
            <p:cNvPr id="1048929" name="Line 101"/>
            <p:cNvSpPr/>
            <p:nvPr/>
          </p:nvSpPr>
          <p:spPr>
            <a:xfrm flipH="1">
              <a:off x="2663" y="2686"/>
              <a:ext cx="216" cy="326"/>
            </a:xfrm>
            <a:prstGeom prst="line">
              <a:avLst/>
            </a:prstGeom>
            <a:noFill/>
            <a:ln w="28575" cap="flat" cmpd="sng">
              <a:solidFill>
                <a:srgbClr val="0000FF">
                  <a:alpha val="100000"/>
                </a:srgbClr>
              </a:solidFill>
              <a:prstDash val="solid"/>
              <a:round/>
            </a:ln>
          </p:spPr>
        </p:sp>
        <p:sp>
          <p:nvSpPr>
            <p:cNvPr id="1048930" name="Line 102"/>
            <p:cNvSpPr/>
            <p:nvPr/>
          </p:nvSpPr>
          <p:spPr>
            <a:xfrm flipH="1">
              <a:off x="2653" y="3175"/>
              <a:ext cx="10" cy="164"/>
            </a:xfrm>
            <a:prstGeom prst="line">
              <a:avLst/>
            </a:prstGeom>
            <a:noFill/>
            <a:ln w="28575" cap="flat" cmpd="sng">
              <a:solidFill>
                <a:srgbClr val="0000FF">
                  <a:alpha val="100000"/>
                </a:srgbClr>
              </a:solidFill>
              <a:prstDash val="solid"/>
              <a:round/>
            </a:ln>
          </p:spPr>
        </p:sp>
        <p:sp>
          <p:nvSpPr>
            <p:cNvPr id="1048931" name="Line 103"/>
            <p:cNvSpPr/>
            <p:nvPr/>
          </p:nvSpPr>
          <p:spPr>
            <a:xfrm>
              <a:off x="3150" y="3175"/>
              <a:ext cx="49" cy="210"/>
            </a:xfrm>
            <a:prstGeom prst="line">
              <a:avLst/>
            </a:prstGeom>
            <a:noFill/>
            <a:ln w="28575" cap="flat" cmpd="sng">
              <a:solidFill>
                <a:srgbClr val="0000FF">
                  <a:alpha val="100000"/>
                </a:srgbClr>
              </a:solidFill>
              <a:prstDash val="solid"/>
              <a:round/>
            </a:ln>
          </p:spPr>
        </p:sp>
        <p:sp>
          <p:nvSpPr>
            <p:cNvPr id="1048932" name="Line 104"/>
            <p:cNvSpPr/>
            <p:nvPr/>
          </p:nvSpPr>
          <p:spPr>
            <a:xfrm>
              <a:off x="2933" y="2686"/>
              <a:ext cx="163" cy="326"/>
            </a:xfrm>
            <a:prstGeom prst="line">
              <a:avLst/>
            </a:prstGeom>
            <a:noFill/>
            <a:ln w="28575" cap="flat" cmpd="sng">
              <a:solidFill>
                <a:srgbClr val="0000FF">
                  <a:alpha val="100000"/>
                </a:srgbClr>
              </a:solidFill>
              <a:prstDash val="solid"/>
              <a:round/>
            </a:ln>
          </p:spPr>
        </p:sp>
        <p:sp>
          <p:nvSpPr>
            <p:cNvPr id="1048933" name="Line 105"/>
            <p:cNvSpPr/>
            <p:nvPr/>
          </p:nvSpPr>
          <p:spPr>
            <a:xfrm flipH="1">
              <a:off x="3960" y="2781"/>
              <a:ext cx="3" cy="285"/>
            </a:xfrm>
            <a:prstGeom prst="line">
              <a:avLst/>
            </a:prstGeom>
            <a:noFill/>
            <a:ln w="28575" cap="flat" cmpd="sng">
              <a:solidFill>
                <a:srgbClr val="0000FF">
                  <a:alpha val="100000"/>
                </a:srgbClr>
              </a:solidFill>
              <a:prstDash val="solid"/>
              <a:round/>
            </a:ln>
          </p:spPr>
        </p:sp>
        <p:sp>
          <p:nvSpPr>
            <p:cNvPr id="1048934" name="Line 106"/>
            <p:cNvSpPr/>
            <p:nvPr/>
          </p:nvSpPr>
          <p:spPr>
            <a:xfrm>
              <a:off x="4014" y="2795"/>
              <a:ext cx="271" cy="271"/>
            </a:xfrm>
            <a:prstGeom prst="line">
              <a:avLst/>
            </a:prstGeom>
            <a:noFill/>
            <a:ln w="28575" cap="flat" cmpd="sng">
              <a:solidFill>
                <a:srgbClr val="0000FF">
                  <a:alpha val="100000"/>
                </a:srgbClr>
              </a:solidFill>
              <a:prstDash val="solid"/>
              <a:round/>
            </a:ln>
          </p:spPr>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38"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3.2  </a:t>
            </a:r>
            <a:r>
              <a:rPr lang="zh-CN" altLang="en-US"/>
              <a:t>广播传输网络</a:t>
            </a:r>
          </a:p>
        </p:txBody>
      </p:sp>
      <p:sp>
        <p:nvSpPr>
          <p:cNvPr id="1048939" name="Rectangle 3"/>
          <p:cNvSpPr>
            <a:spLocks noGrp="1"/>
          </p:cNvSpPr>
          <p:nvPr>
            <p:ph idx="1"/>
          </p:nvPr>
        </p:nvSpPr>
        <p:spPr>
          <a:prstGeom prst="rect">
            <a:avLst/>
          </a:prstGeom>
          <a:noFill/>
          <a:ln>
            <a:noFill/>
          </a:ln>
        </p:spPr>
        <p:txBody>
          <a:bodyPr vert="horz" lIns="91440" tIns="45720" rIns="91440" bIns="45720" rtlCol="0" anchor="t">
            <a:normAutofit lnSpcReduction="10000"/>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大量无用的广播数据包会形成广播风暴，在网络设计中</a:t>
            </a:r>
            <a:r>
              <a:rPr lang="zh-CN" altLang="en-US" dirty="0">
                <a:solidFill>
                  <a:srgbClr val="FF0000"/>
                </a:solidFill>
                <a:effectLst>
                  <a:outerShdw blurRad="38100" dist="38100" dir="2700000" algn="tl">
                    <a:srgbClr val="C0C0C0"/>
                  </a:outerShdw>
                </a:effectLst>
              </a:rPr>
              <a:t>应尽量减小广播域的大小</a:t>
            </a:r>
            <a:r>
              <a:rPr lang="en-US" altLang="zh-CN" dirty="0"/>
              <a:t>。</a:t>
            </a:r>
          </a:p>
          <a:p>
            <a:pPr lvl="0" eaLnBrk="1" hangingPunct="1"/>
            <a:endParaRPr lang="zh-CN" altLang="en-US" dirty="0"/>
          </a:p>
          <a:p>
            <a:pPr lvl="0" eaLnBrk="1" hangingPunct="1"/>
            <a:r>
              <a:rPr lang="zh-CN" altLang="en-US" dirty="0"/>
              <a:t>产生广播风暴的原因：</a:t>
            </a:r>
          </a:p>
          <a:p>
            <a:pPr lvl="1" eaLnBrk="1" hangingPunct="1"/>
            <a:r>
              <a:rPr lang="zh-CN" altLang="en-US" dirty="0"/>
              <a:t>主机查找服务器</a:t>
            </a:r>
          </a:p>
          <a:p>
            <a:pPr lvl="1" eaLnBrk="1" hangingPunct="1"/>
            <a:r>
              <a:rPr lang="zh-CN" altLang="en-US" dirty="0"/>
              <a:t>大量主机广播查找服务器地址 </a:t>
            </a:r>
          </a:p>
          <a:p>
            <a:pPr lvl="1" eaLnBrk="1" hangingPunct="1"/>
            <a:r>
              <a:rPr lang="zh-CN" altLang="en-US" dirty="0"/>
              <a:t>网络环路</a:t>
            </a:r>
          </a:p>
          <a:p>
            <a:pPr lvl="1" eaLnBrk="1" hangingPunct="1"/>
            <a:r>
              <a:rPr lang="zh-CN" altLang="en-US" dirty="0"/>
              <a:t>网卡故障</a:t>
            </a:r>
          </a:p>
          <a:p>
            <a:pPr lvl="1" eaLnBrk="1" hangingPunct="1"/>
            <a:r>
              <a:rPr lang="zh-CN" altLang="en-US" dirty="0"/>
              <a:t>网络病毒</a:t>
            </a:r>
          </a:p>
          <a:p>
            <a:pPr lvl="1" eaLnBrk="1" hangingPunct="1"/>
            <a:r>
              <a:rPr lang="zh-CN" altLang="en-US" dirty="0"/>
              <a:t>黑客软件和视频软件使用</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43"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3.2  </a:t>
            </a:r>
            <a:r>
              <a:rPr lang="zh-CN" altLang="en-US"/>
              <a:t>广播传输网络</a:t>
            </a:r>
          </a:p>
        </p:txBody>
      </p:sp>
      <p:sp>
        <p:nvSpPr>
          <p:cNvPr id="1048944" name="Rectangle 3"/>
          <p:cNvSpPr>
            <a:spLocks noGrp="1"/>
          </p:cNvSpPr>
          <p:nvPr>
            <p:ph idx="1"/>
          </p:nvPr>
        </p:nvSpPr>
        <p:spPr>
          <a:xfrm>
            <a:off x="807912" y="1340768"/>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网络中的广播风暴</a:t>
            </a:r>
          </a:p>
        </p:txBody>
      </p:sp>
      <p:pic>
        <p:nvPicPr>
          <p:cNvPr id="2097213" name="Picture 5" descr="图03-08 冲突域与广播域2"/>
          <p:cNvPicPr>
            <a:picLocks/>
          </p:cNvPicPr>
          <p:nvPr/>
        </p:nvPicPr>
        <p:blipFill>
          <a:blip r:embed="rId5"/>
          <a:srcRect/>
          <a:stretch>
            <a:fillRect/>
          </a:stretch>
        </p:blipFill>
        <p:spPr>
          <a:xfrm>
            <a:off x="2424113" y="1989137"/>
            <a:ext cx="7704137" cy="3960812"/>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48"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3.2  </a:t>
            </a:r>
            <a:r>
              <a:rPr lang="zh-CN" altLang="en-US"/>
              <a:t>广播传输网络</a:t>
            </a:r>
          </a:p>
        </p:txBody>
      </p:sp>
      <p:sp>
        <p:nvSpPr>
          <p:cNvPr id="1048949" name="Rectangle 3"/>
          <p:cNvSpPr>
            <a:spLocks noGrp="1"/>
          </p:cNvSpPr>
          <p:nvPr>
            <p:ph idx="1"/>
          </p:nvPr>
        </p:nvSpPr>
        <p:spPr>
          <a:xfrm>
            <a:off x="838200" y="1279525"/>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a:t>网络中的广播风暴</a:t>
            </a:r>
          </a:p>
        </p:txBody>
      </p:sp>
      <p:pic>
        <p:nvPicPr>
          <p:cNvPr id="2097214" name="图片 6"/>
          <p:cNvPicPr>
            <a:picLocks/>
          </p:cNvPicPr>
          <p:nvPr/>
        </p:nvPicPr>
        <p:blipFill>
          <a:blip r:embed="rId5"/>
          <a:srcRect/>
          <a:stretch>
            <a:fillRect/>
          </a:stretch>
        </p:blipFill>
        <p:spPr>
          <a:xfrm>
            <a:off x="1917700" y="1773238"/>
            <a:ext cx="8439150" cy="3240087"/>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53"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3.2  </a:t>
            </a:r>
            <a:r>
              <a:rPr lang="zh-CN" altLang="en-US"/>
              <a:t>广播传输网络</a:t>
            </a:r>
          </a:p>
        </p:txBody>
      </p:sp>
      <p:sp>
        <p:nvSpPr>
          <p:cNvPr id="1048954" name="Rectangle 3"/>
          <p:cNvSpPr>
            <a:spLocks noGrp="1"/>
          </p:cNvSpPr>
          <p:nvPr>
            <p:ph idx="1"/>
          </p:nvPr>
        </p:nvSpPr>
        <p:spPr>
          <a:xfrm>
            <a:off x="263352" y="1363195"/>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网络中的广播风暴分析</a:t>
            </a:r>
          </a:p>
          <a:p>
            <a:pPr lvl="1" eaLnBrk="1" hangingPunct="1"/>
            <a:r>
              <a:rPr lang="zh-CN" altLang="en-US" dirty="0"/>
              <a:t>利用</a:t>
            </a:r>
            <a:r>
              <a:rPr lang="en-US" altLang="zh-CN" dirty="0" err="1"/>
              <a:t>Statisfics</a:t>
            </a:r>
            <a:r>
              <a:rPr lang="zh-CN" altLang="en-US" dirty="0"/>
              <a:t>软件捕获网络流量</a:t>
            </a:r>
          </a:p>
        </p:txBody>
      </p:sp>
      <p:pic>
        <p:nvPicPr>
          <p:cNvPr id="2097215" name="图片 1"/>
          <p:cNvPicPr>
            <a:picLocks/>
          </p:cNvPicPr>
          <p:nvPr/>
        </p:nvPicPr>
        <p:blipFill>
          <a:blip r:embed="rId5"/>
          <a:srcRect/>
          <a:stretch>
            <a:fillRect/>
          </a:stretch>
        </p:blipFill>
        <p:spPr>
          <a:xfrm>
            <a:off x="4295800" y="1948889"/>
            <a:ext cx="6124575" cy="4562475"/>
          </a:xfrm>
          <a:prstGeom prst="rect">
            <a:avLst/>
          </a:prstGeom>
          <a:noFill/>
          <a:ln>
            <a:noFill/>
          </a:ln>
        </p:spPr>
      </p:pic>
      <p:sp>
        <p:nvSpPr>
          <p:cNvPr id="1048955" name="矩形 2"/>
          <p:cNvSpPr/>
          <p:nvPr/>
        </p:nvSpPr>
        <p:spPr>
          <a:xfrm>
            <a:off x="4151784" y="2924944"/>
            <a:ext cx="2047875" cy="3455987"/>
          </a:xfrm>
          <a:prstGeom prst="rect">
            <a:avLst/>
          </a:prstGeom>
          <a:noFill/>
          <a:ln w="28575" cap="flat" cmpd="sng">
            <a:solidFill>
              <a:srgbClr val="FF0000">
                <a:alpha val="100000"/>
              </a:srgbClr>
            </a:solidFill>
            <a:prstDash val="solid"/>
            <a:round/>
            <a:tailEnd type="triangle" w="med" len="med"/>
          </a:ln>
        </p:spPr>
        <p:txBody>
          <a:bodyPr vert="horz" lIns="91440" tIns="45720" rIns="91440" bIns="45720" anchor="t"/>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hangingPunct="1"/>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59"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3.2  </a:t>
            </a:r>
            <a:r>
              <a:rPr lang="zh-CN" altLang="en-US"/>
              <a:t>广播传输网络</a:t>
            </a:r>
          </a:p>
        </p:txBody>
      </p:sp>
      <p:sp>
        <p:nvSpPr>
          <p:cNvPr id="1048960" name="Rectangle 3"/>
          <p:cNvSpPr>
            <a:spLocks noGrp="1"/>
          </p:cNvSpPr>
          <p:nvPr>
            <p:ph idx="1"/>
          </p:nvPr>
        </p:nvSpPr>
        <p:spPr>
          <a:xfrm>
            <a:off x="838200" y="1556792"/>
            <a:ext cx="10515600" cy="4351338"/>
          </a:xfrm>
          <a:prstGeom prst="rect">
            <a:avLst/>
          </a:prstGeom>
          <a:noFill/>
          <a:ln>
            <a:noFill/>
          </a:ln>
        </p:spPr>
        <p:txBody>
          <a:bodyPr vert="horz" lIns="91440" tIns="45720" rIns="91440" bIns="45720" rtlCol="0" anchor="t">
            <a:normAutofit fontScale="92500" lnSpcReduction="10000"/>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网络中的广播风暴分析</a:t>
            </a:r>
          </a:p>
          <a:p>
            <a:pPr lvl="1" eaLnBrk="1" hangingPunct="1"/>
            <a:r>
              <a:rPr lang="zh-CN" altLang="en-US" dirty="0"/>
              <a:t>利用</a:t>
            </a:r>
            <a:r>
              <a:rPr lang="en-US" altLang="zh-CN" dirty="0" err="1"/>
              <a:t>Statisfics</a:t>
            </a:r>
            <a:r>
              <a:rPr lang="zh-CN" altLang="en-US" dirty="0"/>
              <a:t>捕获流量，得到如下信息：</a:t>
            </a:r>
          </a:p>
          <a:p>
            <a:pPr lvl="2" eaLnBrk="1" hangingPunct="1"/>
            <a:r>
              <a:rPr lang="en-US" altLang="zh-CN" dirty="0" err="1">
                <a:latin typeface="Times New Roman" pitchFamily="18" charset="0"/>
              </a:rPr>
              <a:t>链路带宽（捕获端口</a:t>
            </a:r>
            <a:r>
              <a:rPr lang="en-US" altLang="zh-CN" dirty="0">
                <a:latin typeface="Times New Roman" pitchFamily="18" charset="0"/>
              </a:rPr>
              <a:t>）：100Mbps</a:t>
            </a:r>
          </a:p>
          <a:p>
            <a:pPr lvl="2" eaLnBrk="1" hangingPunct="1"/>
            <a:r>
              <a:rPr lang="zh-CN" altLang="en-US" dirty="0">
                <a:latin typeface="Times New Roman" pitchFamily="18" charset="0"/>
              </a:rPr>
              <a:t>利用率：</a:t>
            </a:r>
            <a:r>
              <a:rPr lang="en-US" altLang="zh-CN" dirty="0">
                <a:latin typeface="Times New Roman" pitchFamily="18" charset="0"/>
              </a:rPr>
              <a:t>70%</a:t>
            </a:r>
          </a:p>
          <a:p>
            <a:pPr lvl="2" eaLnBrk="1" hangingPunct="1"/>
            <a:r>
              <a:rPr lang="zh-CN" altLang="en-US" dirty="0">
                <a:latin typeface="Times New Roman" pitchFamily="18" charset="0"/>
              </a:rPr>
              <a:t>捕获总字节数：</a:t>
            </a:r>
            <a:r>
              <a:rPr lang="en-US" altLang="zh-CN" dirty="0">
                <a:latin typeface="Times New Roman" pitchFamily="18" charset="0"/>
              </a:rPr>
              <a:t>5.702.576</a:t>
            </a:r>
          </a:p>
          <a:p>
            <a:pPr lvl="2" eaLnBrk="1" hangingPunct="1"/>
            <a:r>
              <a:rPr lang="zh-CN" altLang="en-US" dirty="0">
                <a:latin typeface="Times New Roman" pitchFamily="18" charset="0"/>
              </a:rPr>
              <a:t>捕获总数据包数：</a:t>
            </a:r>
            <a:r>
              <a:rPr lang="en-US" altLang="zh-CN" dirty="0">
                <a:latin typeface="Times New Roman" pitchFamily="18" charset="0"/>
              </a:rPr>
              <a:t>74.606</a:t>
            </a:r>
          </a:p>
          <a:p>
            <a:pPr lvl="2" eaLnBrk="1" hangingPunct="1"/>
            <a:r>
              <a:rPr lang="zh-CN" altLang="en-US" dirty="0">
                <a:latin typeface="Times New Roman" pitchFamily="18" charset="0"/>
              </a:rPr>
              <a:t>每秒钟数据包数：</a:t>
            </a:r>
            <a:r>
              <a:rPr lang="en-US" altLang="zh-CN" dirty="0">
                <a:latin typeface="Times New Roman" pitchFamily="18" charset="0"/>
              </a:rPr>
              <a:t>94.797</a:t>
            </a:r>
          </a:p>
          <a:p>
            <a:pPr lvl="2" eaLnBrk="1" hangingPunct="1"/>
            <a:r>
              <a:rPr lang="en-US" altLang="zh-CN" dirty="0">
                <a:latin typeface="Times New Roman" pitchFamily="18" charset="0"/>
              </a:rPr>
              <a:t>MAC</a:t>
            </a:r>
            <a:r>
              <a:rPr lang="zh-CN" altLang="en-US" dirty="0">
                <a:latin typeface="Times New Roman" pitchFamily="18" charset="0"/>
              </a:rPr>
              <a:t>广播包数：</a:t>
            </a:r>
            <a:r>
              <a:rPr lang="en-US" altLang="zh-CN" dirty="0">
                <a:latin typeface="Times New Roman" pitchFamily="18" charset="0"/>
              </a:rPr>
              <a:t>8.390</a:t>
            </a:r>
          </a:p>
          <a:p>
            <a:pPr lvl="2" eaLnBrk="1" hangingPunct="1"/>
            <a:r>
              <a:rPr lang="en-US" altLang="zh-CN" dirty="0">
                <a:latin typeface="Times New Roman" pitchFamily="18" charset="0"/>
              </a:rPr>
              <a:t>MAC</a:t>
            </a:r>
            <a:r>
              <a:rPr lang="zh-CN" altLang="en-US" dirty="0">
                <a:latin typeface="Times New Roman" pitchFamily="18" charset="0"/>
              </a:rPr>
              <a:t>组播包数：</a:t>
            </a:r>
            <a:r>
              <a:rPr lang="en-US" altLang="zh-CN" dirty="0">
                <a:latin typeface="Times New Roman" pitchFamily="18" charset="0"/>
              </a:rPr>
              <a:t>66.207</a:t>
            </a:r>
          </a:p>
          <a:p>
            <a:pPr lvl="2" eaLnBrk="1" hangingPunct="1"/>
            <a:r>
              <a:rPr lang="zh-CN" altLang="en-US" dirty="0">
                <a:latin typeface="Times New Roman" pitchFamily="18" charset="0"/>
              </a:rPr>
              <a:t>可见交换机流量很大，利用率很高；</a:t>
            </a:r>
          </a:p>
          <a:p>
            <a:pPr lvl="2" eaLnBrk="1" hangingPunct="1"/>
            <a:r>
              <a:rPr lang="zh-CN" altLang="en-US" dirty="0">
                <a:latin typeface="Times New Roman" pitchFamily="18" charset="0"/>
              </a:rPr>
              <a:t>几乎所有数据包都是</a:t>
            </a:r>
            <a:r>
              <a:rPr lang="en-US" altLang="zh-CN" dirty="0">
                <a:latin typeface="Times New Roman" pitchFamily="18" charset="0"/>
              </a:rPr>
              <a:t>MAC</a:t>
            </a:r>
            <a:r>
              <a:rPr lang="zh-CN" altLang="en-US" dirty="0">
                <a:latin typeface="Times New Roman" pitchFamily="18" charset="0"/>
              </a:rPr>
              <a:t>层的广播包和组播包。</a:t>
            </a:r>
          </a:p>
          <a:p>
            <a:pPr lvl="2" eaLnBrk="1" hangingPunct="1"/>
            <a:r>
              <a:rPr lang="zh-CN" altLang="en-US" dirty="0">
                <a:latin typeface="Times New Roman" pitchFamily="18" charset="0"/>
              </a:rPr>
              <a:t>显然网络出现了广播风暴。</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64" name="Rectangle 2"/>
          <p:cNvSpPr>
            <a:spLocks noGrp="1"/>
          </p:cNvSpPr>
          <p:nvPr>
            <p:ph type="title"/>
          </p:nvPr>
        </p:nvSpPr>
        <p:spPr>
          <a:xfrm>
            <a:off x="838200" y="620688"/>
            <a:ext cx="10515600" cy="853976"/>
          </a:xfrm>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dirty="0"/>
              <a:t>3.2  </a:t>
            </a:r>
            <a:r>
              <a:rPr lang="zh-CN" altLang="en-US" dirty="0"/>
              <a:t>广播传输网络</a:t>
            </a:r>
          </a:p>
        </p:txBody>
      </p:sp>
      <p:sp>
        <p:nvSpPr>
          <p:cNvPr id="1048965" name="Rectangle 3"/>
          <p:cNvSpPr>
            <a:spLocks noGrp="1"/>
          </p:cNvSpPr>
          <p:nvPr>
            <p:ph idx="1"/>
          </p:nvPr>
        </p:nvSpPr>
        <p:spPr>
          <a:xfrm>
            <a:off x="838200" y="1325562"/>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buFontTx/>
              <a:buNone/>
            </a:pPr>
            <a:r>
              <a:rPr lang="en-US" altLang="zh-CN" sz="3200" b="1" dirty="0">
                <a:solidFill>
                  <a:srgbClr val="0000FF"/>
                </a:solidFill>
              </a:rPr>
              <a:t>3.2.2  </a:t>
            </a:r>
            <a:r>
              <a:rPr lang="zh-CN" altLang="en-US" sz="3200" b="1" dirty="0">
                <a:solidFill>
                  <a:srgbClr val="0000FF"/>
                </a:solidFill>
              </a:rPr>
              <a:t>星形网络结构</a:t>
            </a:r>
          </a:p>
          <a:p>
            <a:pPr lvl="0" eaLnBrk="1" hangingPunct="1">
              <a:buFontTx/>
              <a:buNone/>
            </a:pPr>
            <a:r>
              <a:rPr lang="en-US" altLang="zh-CN" dirty="0"/>
              <a:t>1</a:t>
            </a:r>
            <a:r>
              <a:rPr lang="zh-CN" altLang="en-US" dirty="0"/>
              <a:t>、总线网络结构</a:t>
            </a:r>
          </a:p>
          <a:p>
            <a:pPr lvl="1" eaLnBrk="1" hangingPunct="1"/>
            <a:r>
              <a:rPr lang="zh-CN" altLang="en-US" dirty="0"/>
              <a:t>用一条链路作为公共传输信道，所有节点都通过相应接口连接在总线上。 </a:t>
            </a:r>
          </a:p>
          <a:p>
            <a:pPr lvl="0" eaLnBrk="1" hangingPunct="1"/>
            <a:endParaRPr lang="en-US" altLang="zh-CN" dirty="0"/>
          </a:p>
          <a:p>
            <a:pPr lvl="0" eaLnBrk="1" hangingPunct="1"/>
            <a:r>
              <a:rPr lang="en-US" altLang="zh-CN" dirty="0" err="1"/>
              <a:t>总线网络协议有IEEE</a:t>
            </a:r>
            <a:r>
              <a:rPr lang="en-US" altLang="zh-CN" dirty="0"/>
              <a:t> 802.3</a:t>
            </a:r>
            <a:r>
              <a:rPr lang="zh-CN" altLang="en-US" dirty="0"/>
              <a:t>定义的</a:t>
            </a:r>
            <a:r>
              <a:rPr lang="en-US" altLang="zh-CN" dirty="0"/>
              <a:t>10BASE-2</a:t>
            </a:r>
            <a:r>
              <a:rPr lang="zh-CN" altLang="en-US" dirty="0"/>
              <a:t>，</a:t>
            </a:r>
            <a:r>
              <a:rPr lang="en-US" altLang="zh-CN" dirty="0"/>
              <a:t>10BASE-5</a:t>
            </a:r>
            <a:r>
              <a:rPr lang="zh-CN" altLang="en-US" dirty="0"/>
              <a:t>，由于传输速率太低，</a:t>
            </a:r>
            <a:r>
              <a:rPr lang="zh-CN" altLang="en-US" dirty="0">
                <a:solidFill>
                  <a:srgbClr val="FF0000"/>
                </a:solidFill>
              </a:rPr>
              <a:t>目前已经淘汰</a:t>
            </a:r>
            <a:r>
              <a:rPr lang="zh-CN" altLang="en-US" dirty="0"/>
              <a:t>。</a:t>
            </a:r>
          </a:p>
        </p:txBody>
      </p:sp>
      <p:pic>
        <p:nvPicPr>
          <p:cNvPr id="2097216" name="Picture 4" descr="图片6"/>
          <p:cNvPicPr>
            <a:picLocks/>
          </p:cNvPicPr>
          <p:nvPr/>
        </p:nvPicPr>
        <p:blipFill>
          <a:blip r:embed="rId5"/>
          <a:srcRect/>
          <a:stretch>
            <a:fillRect/>
          </a:stretch>
        </p:blipFill>
        <p:spPr>
          <a:xfrm>
            <a:off x="2063750" y="4676775"/>
            <a:ext cx="8604250" cy="20002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69"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3.2  </a:t>
            </a:r>
            <a:r>
              <a:rPr lang="zh-CN" altLang="en-US"/>
              <a:t>广播传输网络</a:t>
            </a:r>
          </a:p>
        </p:txBody>
      </p:sp>
      <p:sp>
        <p:nvSpPr>
          <p:cNvPr id="1048970" name="Rectangle 3"/>
          <p:cNvSpPr>
            <a:spLocks noGrp="1"/>
          </p:cNvSpPr>
          <p:nvPr>
            <p:ph idx="1"/>
          </p:nvPr>
        </p:nvSpPr>
        <p:spPr>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总线结构优点</a:t>
            </a:r>
          </a:p>
          <a:p>
            <a:pPr lvl="1" eaLnBrk="1" hangingPunct="1"/>
            <a:r>
              <a:rPr lang="en-US" altLang="zh-CN" dirty="0" err="1"/>
              <a:t>不需要其他互联设备，组网费用低</a:t>
            </a:r>
            <a:r>
              <a:rPr lang="en-US" altLang="zh-CN" dirty="0"/>
              <a:t>；</a:t>
            </a:r>
          </a:p>
          <a:p>
            <a:pPr lvl="1" eaLnBrk="1" hangingPunct="1"/>
            <a:r>
              <a:rPr lang="en-US" altLang="zh-CN" dirty="0" err="1"/>
              <a:t>扩展网络时，只需要添加一个网络接头</a:t>
            </a:r>
            <a:r>
              <a:rPr lang="en-US" altLang="zh-CN" dirty="0"/>
              <a:t>。</a:t>
            </a:r>
          </a:p>
          <a:p>
            <a:pPr lvl="1" eaLnBrk="1" hangingPunct="1"/>
            <a:endParaRPr lang="zh-CN" altLang="en-US" dirty="0"/>
          </a:p>
          <a:p>
            <a:pPr lvl="0" eaLnBrk="1" hangingPunct="1"/>
            <a:r>
              <a:rPr lang="zh-CN" altLang="en-US" dirty="0"/>
              <a:t>总线结构缺点</a:t>
            </a:r>
          </a:p>
          <a:p>
            <a:pPr lvl="1" eaLnBrk="1" hangingPunct="1"/>
            <a:r>
              <a:rPr lang="zh-CN" altLang="en-US" dirty="0"/>
              <a:t>主机增多时，会引起网络性能下降；</a:t>
            </a:r>
          </a:p>
          <a:p>
            <a:pPr lvl="1" eaLnBrk="1" hangingPunct="1"/>
            <a:r>
              <a:rPr lang="zh-CN" altLang="en-US" dirty="0"/>
              <a:t>总线出现故障时，将导致整个网络中断。</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74"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3.2  </a:t>
            </a:r>
            <a:r>
              <a:rPr lang="zh-CN" altLang="en-US"/>
              <a:t>广播传输网络</a:t>
            </a:r>
          </a:p>
        </p:txBody>
      </p:sp>
      <p:sp>
        <p:nvSpPr>
          <p:cNvPr id="1048975" name="Rectangle 3"/>
          <p:cNvSpPr>
            <a:spLocks noGrp="1"/>
          </p:cNvSpPr>
          <p:nvPr>
            <p:ph idx="1"/>
          </p:nvPr>
        </p:nvSpPr>
        <p:spPr>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buFontTx/>
              <a:buNone/>
            </a:pPr>
            <a:r>
              <a:rPr lang="en-US" altLang="zh-CN" sz="3200" b="1" dirty="0">
                <a:solidFill>
                  <a:srgbClr val="0000FF"/>
                </a:solidFill>
              </a:rPr>
              <a:t>2</a:t>
            </a:r>
            <a:r>
              <a:rPr lang="zh-CN" altLang="en-US" sz="3200" b="1" dirty="0">
                <a:solidFill>
                  <a:srgbClr val="0000FF"/>
                </a:solidFill>
              </a:rPr>
              <a:t>、星形网络结构</a:t>
            </a:r>
          </a:p>
          <a:p>
            <a:pPr lvl="0" eaLnBrk="1" hangingPunct="1"/>
            <a:r>
              <a:rPr lang="en-US" altLang="zh-CN" dirty="0" err="1"/>
              <a:t>每个节点都有一条单独的链路与中心节点相连，所有数据都要通过中心节点进行交换</a:t>
            </a:r>
            <a:r>
              <a:rPr lang="en-US" altLang="zh-CN" dirty="0"/>
              <a:t>。</a:t>
            </a:r>
          </a:p>
          <a:p>
            <a:pPr lvl="0" eaLnBrk="1" hangingPunct="1"/>
            <a:endParaRPr lang="zh-CN" altLang="en-US" dirty="0"/>
          </a:p>
          <a:p>
            <a:pPr lvl="0" eaLnBrk="1" hangingPunct="1"/>
            <a:r>
              <a:rPr lang="zh-CN" altLang="en-US" dirty="0"/>
              <a:t>星形网络采用广播传输技术，中心节点设备通常采用交换机。</a:t>
            </a:r>
          </a:p>
          <a:p>
            <a:pPr lvl="0" eaLnBrk="1" hangingPunct="1"/>
            <a:endParaRPr lang="zh-CN" altLang="en-US" dirty="0"/>
          </a:p>
          <a:p>
            <a:pPr lvl="0" eaLnBrk="1" hangingPunct="1"/>
            <a:r>
              <a:rPr lang="zh-CN" altLang="en-US" dirty="0"/>
              <a:t>星形以太网在物理上呈星形结构，但逻辑上仍然是总线形拓扑结构。</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79"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3.2  </a:t>
            </a:r>
            <a:r>
              <a:rPr lang="zh-CN" altLang="en-US"/>
              <a:t>广播传输网络</a:t>
            </a:r>
          </a:p>
        </p:txBody>
      </p:sp>
      <p:sp>
        <p:nvSpPr>
          <p:cNvPr id="1048980" name="Rectangle 3"/>
          <p:cNvSpPr>
            <a:spLocks noGrp="1"/>
          </p:cNvSpPr>
          <p:nvPr>
            <p:ph idx="1"/>
          </p:nvPr>
        </p:nvSpPr>
        <p:spPr>
          <a:xfrm>
            <a:off x="838200" y="1412776"/>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a:t>星形网络结构</a:t>
            </a:r>
          </a:p>
        </p:txBody>
      </p:sp>
      <p:pic>
        <p:nvPicPr>
          <p:cNvPr id="2097217" name="Picture 4" descr="图片7"/>
          <p:cNvPicPr>
            <a:picLocks/>
          </p:cNvPicPr>
          <p:nvPr/>
        </p:nvPicPr>
        <p:blipFill>
          <a:blip r:embed="rId5"/>
          <a:srcRect/>
          <a:stretch>
            <a:fillRect/>
          </a:stretch>
        </p:blipFill>
        <p:spPr>
          <a:xfrm>
            <a:off x="1992312" y="1916112"/>
            <a:ext cx="8567738" cy="224155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84"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3.2  </a:t>
            </a:r>
            <a:r>
              <a:rPr lang="zh-CN" altLang="en-US"/>
              <a:t>广播传输网络</a:t>
            </a:r>
          </a:p>
        </p:txBody>
      </p:sp>
      <p:sp>
        <p:nvSpPr>
          <p:cNvPr id="1048985" name="Rectangle 3"/>
          <p:cNvSpPr>
            <a:spLocks noGrp="1"/>
          </p:cNvSpPr>
          <p:nvPr>
            <p:ph idx="1"/>
          </p:nvPr>
        </p:nvSpPr>
        <p:spPr>
          <a:xfrm>
            <a:off x="767408" y="1253331"/>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星形结构优点：</a:t>
            </a:r>
          </a:p>
          <a:p>
            <a:pPr lvl="1" eaLnBrk="1" hangingPunct="1"/>
            <a:r>
              <a:rPr lang="en-US" altLang="zh-CN" dirty="0" err="1"/>
              <a:t>网络结构简单，建设和维护费用少</a:t>
            </a:r>
            <a:r>
              <a:rPr lang="en-US" altLang="zh-CN" dirty="0"/>
              <a:t>。</a:t>
            </a:r>
          </a:p>
          <a:p>
            <a:pPr lvl="1" eaLnBrk="1" hangingPunct="1"/>
            <a:r>
              <a:rPr lang="en-US" altLang="zh-CN" dirty="0" err="1"/>
              <a:t>通信节点一般采用交换机，提高了链路利用率</a:t>
            </a:r>
            <a:r>
              <a:rPr lang="en-US" altLang="zh-CN" dirty="0"/>
              <a:t>。</a:t>
            </a:r>
          </a:p>
          <a:p>
            <a:pPr lvl="1" eaLnBrk="1" hangingPunct="1"/>
            <a:r>
              <a:rPr lang="en-US" altLang="zh-CN" dirty="0" err="1"/>
              <a:t>一个节点出现故障不会影响其它节点的连接</a:t>
            </a:r>
            <a:r>
              <a:rPr lang="en-US" altLang="zh-CN" dirty="0"/>
              <a:t>。</a:t>
            </a:r>
          </a:p>
          <a:p>
            <a:pPr lvl="1" eaLnBrk="1" hangingPunct="1"/>
            <a:endParaRPr lang="zh-CN" altLang="en-US" dirty="0"/>
          </a:p>
          <a:p>
            <a:pPr lvl="0" eaLnBrk="1" hangingPunct="1"/>
            <a:r>
              <a:rPr lang="zh-CN" altLang="en-US" dirty="0"/>
              <a:t>星形结构缺点：</a:t>
            </a:r>
          </a:p>
          <a:p>
            <a:pPr lvl="1" eaLnBrk="1" hangingPunct="1"/>
            <a:r>
              <a:rPr lang="zh-CN" altLang="en-US" dirty="0"/>
              <a:t>可靠性低。</a:t>
            </a:r>
          </a:p>
          <a:p>
            <a:pPr lvl="1" eaLnBrk="1" hangingPunct="1"/>
            <a:r>
              <a:rPr lang="zh-CN" altLang="en-US" dirty="0"/>
              <a:t>中心节点负担重。</a:t>
            </a:r>
          </a:p>
          <a:p>
            <a:pPr lvl="1" eaLnBrk="1" hangingPunct="1"/>
            <a:r>
              <a:rPr lang="zh-CN" altLang="en-US" dirty="0"/>
              <a:t>使用线缆较多。</a:t>
            </a:r>
          </a:p>
        </p:txBody>
      </p:sp>
      <p:pic>
        <p:nvPicPr>
          <p:cNvPr id="2097218" name="图片 5"/>
          <p:cNvPicPr>
            <a:picLocks/>
          </p:cNvPicPr>
          <p:nvPr/>
        </p:nvPicPr>
        <p:blipFill>
          <a:blip r:embed="rId5"/>
          <a:srcRect/>
          <a:stretch>
            <a:fillRect/>
          </a:stretch>
        </p:blipFill>
        <p:spPr>
          <a:xfrm>
            <a:off x="5468938" y="3167063"/>
            <a:ext cx="5176837" cy="3690937"/>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89"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3.2  </a:t>
            </a:r>
            <a:r>
              <a:rPr lang="zh-CN" altLang="en-US"/>
              <a:t>广播传输网络</a:t>
            </a:r>
          </a:p>
        </p:txBody>
      </p:sp>
      <p:sp>
        <p:nvSpPr>
          <p:cNvPr id="1048990" name="Rectangle 3"/>
          <p:cNvSpPr>
            <a:spLocks noGrp="1"/>
          </p:cNvSpPr>
          <p:nvPr>
            <p:ph idx="1"/>
          </p:nvPr>
        </p:nvSpPr>
        <p:spPr>
          <a:xfrm>
            <a:off x="767408" y="1340768"/>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en-US" altLang="zh-CN" dirty="0"/>
              <a:t>[</a:t>
            </a:r>
            <a:r>
              <a:rPr lang="zh-CN" altLang="en-US" dirty="0"/>
              <a:t>案例</a:t>
            </a:r>
            <a:r>
              <a:rPr lang="en-US" altLang="zh-CN" dirty="0"/>
              <a:t>] </a:t>
            </a:r>
            <a:r>
              <a:rPr lang="zh-CN" altLang="en-US" dirty="0"/>
              <a:t>星形网络结构</a:t>
            </a:r>
          </a:p>
        </p:txBody>
      </p:sp>
      <p:grpSp>
        <p:nvGrpSpPr>
          <p:cNvPr id="199" name="组合 198"/>
          <p:cNvGrpSpPr/>
          <p:nvPr/>
        </p:nvGrpSpPr>
        <p:grpSpPr>
          <a:xfrm>
            <a:off x="1847850" y="1773237"/>
            <a:ext cx="8820150" cy="5111750"/>
            <a:chOff x="204" y="1117"/>
            <a:chExt cx="5556" cy="3220"/>
          </a:xfrm>
        </p:grpSpPr>
        <p:pic>
          <p:nvPicPr>
            <p:cNvPr id="2097219" name="Picture 4"/>
            <p:cNvPicPr>
              <a:picLocks/>
            </p:cNvPicPr>
            <p:nvPr/>
          </p:nvPicPr>
          <p:blipFill>
            <a:blip r:embed="rId5"/>
            <a:srcRect/>
            <a:stretch>
              <a:fillRect/>
            </a:stretch>
          </p:blipFill>
          <p:spPr>
            <a:xfrm>
              <a:off x="204" y="1128"/>
              <a:ext cx="5556" cy="3209"/>
            </a:xfrm>
            <a:prstGeom prst="rect">
              <a:avLst/>
            </a:prstGeom>
            <a:noFill/>
            <a:ln>
              <a:noFill/>
            </a:ln>
          </p:spPr>
        </p:pic>
        <p:sp>
          <p:nvSpPr>
            <p:cNvPr id="1048991" name="Rectangle 5"/>
            <p:cNvSpPr/>
            <p:nvPr/>
          </p:nvSpPr>
          <p:spPr>
            <a:xfrm>
              <a:off x="340" y="1117"/>
              <a:ext cx="635" cy="317"/>
            </a:xfrm>
            <a:prstGeom prst="rect">
              <a:avLst/>
            </a:prstGeom>
            <a:solidFill>
              <a:schemeClr val="lt1"/>
            </a:solidFill>
            <a:ln>
              <a:noFill/>
            </a:ln>
          </p:spPr>
          <p:txBody>
            <a:bodyPr vert="horz" wrap="none" lIns="91440" tIns="45720" rIns="91440" bIns="45720" anchor="ctr"/>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hangingPunct="1"/>
              <a:endParaRPr lang="zh-CN" altLang="en-US"/>
            </a:p>
          </p:txBody>
        </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220" name="Picture 4" descr="图片8"/>
          <p:cNvPicPr>
            <a:picLocks/>
          </p:cNvPicPr>
          <p:nvPr/>
        </p:nvPicPr>
        <p:blipFill>
          <a:blip r:embed="rId2"/>
          <a:srcRect/>
          <a:stretch>
            <a:fillRect/>
          </a:stretch>
        </p:blipFill>
        <p:spPr>
          <a:xfrm>
            <a:off x="3431704" y="2949594"/>
            <a:ext cx="6048375" cy="3508375"/>
          </a:xfrm>
          <a:prstGeom prst="rect">
            <a:avLst/>
          </a:prstGeom>
          <a:noFill/>
          <a:ln>
            <a:noFill/>
          </a:ln>
        </p:spPr>
      </p:pic>
      <p:sp>
        <p:nvSpPr>
          <p:cNvPr id="1048995"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3.2  </a:t>
            </a:r>
            <a:r>
              <a:rPr lang="zh-CN" altLang="en-US"/>
              <a:t>广播传输网络</a:t>
            </a:r>
          </a:p>
        </p:txBody>
      </p:sp>
      <p:sp>
        <p:nvSpPr>
          <p:cNvPr id="1048996" name="Rectangle 3"/>
          <p:cNvSpPr>
            <a:spLocks noGrp="1"/>
          </p:cNvSpPr>
          <p:nvPr>
            <p:ph idx="1"/>
          </p:nvPr>
        </p:nvSpPr>
        <p:spPr>
          <a:xfrm>
            <a:off x="830859" y="1340768"/>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4"/>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5"/>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5"/>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5"/>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buFontTx/>
              <a:buNone/>
            </a:pPr>
            <a:r>
              <a:rPr lang="en-US" altLang="zh-CN" sz="3200" b="1" dirty="0">
                <a:solidFill>
                  <a:srgbClr val="0000FF"/>
                </a:solidFill>
              </a:rPr>
              <a:t>3.2.3  </a:t>
            </a:r>
            <a:r>
              <a:rPr lang="zh-CN" altLang="en-US" sz="3200" b="1" dirty="0">
                <a:solidFill>
                  <a:srgbClr val="0000FF"/>
                </a:solidFill>
              </a:rPr>
              <a:t>蜂窝网络结构</a:t>
            </a:r>
          </a:p>
          <a:p>
            <a:pPr lvl="0" eaLnBrk="1" hangingPunct="1"/>
            <a:r>
              <a:rPr lang="en-US" altLang="zh-CN" dirty="0" err="1"/>
              <a:t>主要用于无线通信网络</a:t>
            </a:r>
            <a:r>
              <a:rPr lang="en-US" altLang="zh-CN" dirty="0"/>
              <a:t>。</a:t>
            </a:r>
          </a:p>
          <a:p>
            <a:pPr lvl="0" eaLnBrk="1" hangingPunct="1"/>
            <a:r>
              <a:rPr lang="en-US" altLang="zh-CN" dirty="0" err="1"/>
              <a:t>蜂窝大小与基站或AP</a:t>
            </a:r>
            <a:r>
              <a:rPr lang="zh-CN" altLang="en-US" dirty="0"/>
              <a:t>发射功率有关。</a:t>
            </a:r>
          </a:p>
        </p:txBody>
      </p:sp>
      <p:sp>
        <p:nvSpPr>
          <p:cNvPr id="1048997" name="AutoShape 5"/>
          <p:cNvSpPr/>
          <p:nvPr/>
        </p:nvSpPr>
        <p:spPr>
          <a:xfrm>
            <a:off x="8401051" y="2852738"/>
            <a:ext cx="1836737" cy="433387"/>
          </a:xfrm>
          <a:prstGeom prst="wedgeRectCallout">
            <a:avLst>
              <a:gd name="adj1" fmla="val -52764"/>
              <a:gd name="adj2" fmla="val 134981"/>
            </a:avLst>
          </a:prstGeom>
          <a:solidFill>
            <a:srgbClr val="CCFFFF"/>
          </a:solidFill>
          <a:ln w="9525" cap="flat" cmpd="sng">
            <a:solidFill>
              <a:srgbClr val="FF0000">
                <a:alpha val="100000"/>
              </a:srgbClr>
            </a:solidFill>
            <a:prstDash val="solid"/>
            <a:round/>
          </a:ln>
        </p:spPr>
        <p:txBody>
          <a:bodyPr vert="horz" lIns="91440" tIns="45720" rIns="91440" bIns="45720" anchor="t"/>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hangingPunct="1"/>
            <a:r>
              <a:rPr lang="zh-CN" altLang="en-US" sz="2000" b="1">
                <a:solidFill>
                  <a:schemeClr val="hlink"/>
                </a:solidFill>
              </a:rPr>
              <a:t>蜂窝实际结构</a:t>
            </a:r>
          </a:p>
        </p:txBody>
      </p:sp>
      <p:sp>
        <p:nvSpPr>
          <p:cNvPr id="1048998" name="AutoShape 6"/>
          <p:cNvSpPr/>
          <p:nvPr/>
        </p:nvSpPr>
        <p:spPr>
          <a:xfrm>
            <a:off x="4835526" y="2852738"/>
            <a:ext cx="1836737" cy="433387"/>
          </a:xfrm>
          <a:prstGeom prst="wedgeRectCallout">
            <a:avLst>
              <a:gd name="adj1" fmla="val -52245"/>
              <a:gd name="adj2" fmla="val 109343"/>
            </a:avLst>
          </a:prstGeom>
          <a:solidFill>
            <a:srgbClr val="CCFFFF"/>
          </a:solidFill>
          <a:ln w="9525" cap="flat" cmpd="sng">
            <a:solidFill>
              <a:srgbClr val="FF0000">
                <a:alpha val="100000"/>
              </a:srgbClr>
            </a:solidFill>
            <a:prstDash val="solid"/>
            <a:round/>
          </a:ln>
        </p:spPr>
        <p:txBody>
          <a:bodyPr vert="horz" lIns="91440" tIns="45720" rIns="91440" bIns="45720" anchor="t"/>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hangingPunct="1"/>
            <a:r>
              <a:rPr lang="zh-CN" altLang="en-US" sz="2000" b="1">
                <a:solidFill>
                  <a:schemeClr val="hlink"/>
                </a:solidFill>
              </a:rPr>
              <a:t>蜂窝工程表示</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02"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3.2  </a:t>
            </a:r>
            <a:r>
              <a:rPr lang="zh-CN" altLang="en-US"/>
              <a:t>广播传输网络</a:t>
            </a:r>
          </a:p>
        </p:txBody>
      </p:sp>
      <p:sp>
        <p:nvSpPr>
          <p:cNvPr id="1049003" name="Rectangle 3"/>
          <p:cNvSpPr>
            <a:spLocks noGrp="1"/>
          </p:cNvSpPr>
          <p:nvPr>
            <p:ph idx="1"/>
          </p:nvPr>
        </p:nvSpPr>
        <p:spPr>
          <a:xfrm>
            <a:off x="838200" y="1400970"/>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a:t>蜂窝结构采用</a:t>
            </a:r>
            <a:r>
              <a:rPr lang="zh-CN" altLang="en-US">
                <a:solidFill>
                  <a:srgbClr val="FF0000"/>
                </a:solidFill>
                <a:effectLst>
                  <a:outerShdw blurRad="38100" dist="38100" dir="2700000" algn="tl">
                    <a:srgbClr val="C0C0C0"/>
                  </a:outerShdw>
                </a:effectLst>
              </a:rPr>
              <a:t>频率复用</a:t>
            </a:r>
            <a:r>
              <a:rPr lang="en-US" altLang="zh-CN"/>
              <a:t>技术进行扩容</a:t>
            </a:r>
          </a:p>
          <a:p>
            <a:pPr lvl="0" eaLnBrk="1" hangingPunct="1"/>
            <a:endParaRPr lang="zh-CN" altLang="en-US"/>
          </a:p>
          <a:p>
            <a:pPr lvl="0" eaLnBrk="1" hangingPunct="1"/>
            <a:r>
              <a:rPr lang="zh-CN" altLang="en-US"/>
              <a:t>蜂窝结构优点：</a:t>
            </a:r>
          </a:p>
          <a:p>
            <a:pPr lvl="1" eaLnBrk="1" hangingPunct="1"/>
            <a:r>
              <a:rPr lang="en-US" altLang="zh-CN"/>
              <a:t>网络建设时间短</a:t>
            </a:r>
          </a:p>
          <a:p>
            <a:pPr lvl="1" eaLnBrk="1" hangingPunct="1"/>
            <a:r>
              <a:rPr lang="en-US" altLang="zh-CN"/>
              <a:t>网络易于扩展</a:t>
            </a:r>
          </a:p>
          <a:p>
            <a:pPr lvl="1" eaLnBrk="1" hangingPunct="1"/>
            <a:endParaRPr lang="zh-CN" altLang="en-US"/>
          </a:p>
          <a:p>
            <a:pPr lvl="0" eaLnBrk="1" hangingPunct="1"/>
            <a:r>
              <a:rPr lang="zh-CN" altLang="en-US"/>
              <a:t>蜂窝结构缺点：</a:t>
            </a:r>
          </a:p>
          <a:p>
            <a:pPr lvl="1" eaLnBrk="1" hangingPunct="1"/>
            <a:r>
              <a:rPr lang="zh-CN" altLang="en-US"/>
              <a:t>信号很容易受到环境或人为的干扰</a:t>
            </a:r>
          </a:p>
          <a:p>
            <a:pPr lvl="1" eaLnBrk="1" hangingPunct="1"/>
            <a:r>
              <a:rPr lang="zh-CN" altLang="en-US"/>
              <a:t>传输速率较低，投资成本较高</a:t>
            </a:r>
          </a:p>
        </p:txBody>
      </p:sp>
      <p:pic>
        <p:nvPicPr>
          <p:cNvPr id="2097221" name="图片 2"/>
          <p:cNvPicPr>
            <a:picLocks/>
          </p:cNvPicPr>
          <p:nvPr/>
        </p:nvPicPr>
        <p:blipFill>
          <a:blip r:embed="rId5"/>
          <a:srcRect/>
          <a:stretch>
            <a:fillRect/>
          </a:stretch>
        </p:blipFill>
        <p:spPr>
          <a:xfrm>
            <a:off x="6600825" y="1989137"/>
            <a:ext cx="3689350" cy="2373312"/>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07"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3.2  </a:t>
            </a:r>
            <a:r>
              <a:rPr lang="zh-CN" altLang="en-US"/>
              <a:t>广播传输网络</a:t>
            </a:r>
          </a:p>
        </p:txBody>
      </p:sp>
      <p:sp>
        <p:nvSpPr>
          <p:cNvPr id="1049008" name="Rectangle 3"/>
          <p:cNvSpPr>
            <a:spLocks noGrp="1"/>
          </p:cNvSpPr>
          <p:nvPr>
            <p:ph idx="1"/>
          </p:nvPr>
        </p:nvSpPr>
        <p:spPr>
          <a:xfrm>
            <a:off x="824844" y="1268760"/>
            <a:ext cx="10515600" cy="575916"/>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en-US" altLang="zh-CN" dirty="0"/>
              <a:t>[</a:t>
            </a:r>
            <a:r>
              <a:rPr lang="zh-CN" altLang="en-US" dirty="0"/>
              <a:t>案例</a:t>
            </a:r>
            <a:r>
              <a:rPr lang="en-US" altLang="zh-CN" dirty="0"/>
              <a:t>] </a:t>
            </a:r>
            <a:r>
              <a:rPr lang="zh-CN" altLang="en-US" dirty="0"/>
              <a:t>家庭无线网络</a:t>
            </a:r>
          </a:p>
        </p:txBody>
      </p:sp>
      <p:pic>
        <p:nvPicPr>
          <p:cNvPr id="2097222" name="Picture 7" descr="921650166"/>
          <p:cNvPicPr>
            <a:picLocks/>
          </p:cNvPicPr>
          <p:nvPr/>
        </p:nvPicPr>
        <p:blipFill>
          <a:blip r:embed="rId5"/>
          <a:srcRect/>
          <a:stretch>
            <a:fillRect/>
          </a:stretch>
        </p:blipFill>
        <p:spPr>
          <a:xfrm>
            <a:off x="3648075" y="1844676"/>
            <a:ext cx="4906962" cy="501332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12"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3.2  </a:t>
            </a:r>
            <a:r>
              <a:rPr lang="zh-CN" altLang="en-US"/>
              <a:t>广播传输网络</a:t>
            </a:r>
          </a:p>
        </p:txBody>
      </p:sp>
      <p:sp>
        <p:nvSpPr>
          <p:cNvPr id="1049013" name="Rectangle 3"/>
          <p:cNvSpPr>
            <a:spLocks noGrp="1"/>
          </p:cNvSpPr>
          <p:nvPr>
            <p:ph idx="1"/>
          </p:nvPr>
        </p:nvSpPr>
        <p:spPr>
          <a:xfrm>
            <a:off x="838200" y="1340768"/>
            <a:ext cx="10515600" cy="576064"/>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en-US" altLang="zh-CN" dirty="0"/>
              <a:t>[</a:t>
            </a:r>
            <a:r>
              <a:rPr lang="zh-CN" altLang="en-US" dirty="0"/>
              <a:t>案例</a:t>
            </a:r>
            <a:r>
              <a:rPr lang="en-US" altLang="zh-CN" dirty="0"/>
              <a:t>] </a:t>
            </a:r>
            <a:r>
              <a:rPr lang="zh-CN" altLang="en-US" dirty="0"/>
              <a:t>城域无线网络结构</a:t>
            </a:r>
          </a:p>
        </p:txBody>
      </p:sp>
      <p:pic>
        <p:nvPicPr>
          <p:cNvPr id="2097223" name="Picture 7"/>
          <p:cNvPicPr>
            <a:picLocks/>
          </p:cNvPicPr>
          <p:nvPr/>
        </p:nvPicPr>
        <p:blipFill>
          <a:blip r:embed="rId5"/>
          <a:srcRect/>
          <a:stretch>
            <a:fillRect/>
          </a:stretch>
        </p:blipFill>
        <p:spPr>
          <a:xfrm>
            <a:off x="2351088" y="1770062"/>
            <a:ext cx="7489825" cy="5078412"/>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17"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3.2  </a:t>
            </a:r>
            <a:r>
              <a:rPr lang="zh-CN" altLang="en-US"/>
              <a:t>广播传输网络</a:t>
            </a:r>
          </a:p>
        </p:txBody>
      </p:sp>
      <p:sp>
        <p:nvSpPr>
          <p:cNvPr id="1049018" name="Rectangle 3"/>
          <p:cNvSpPr>
            <a:spLocks noGrp="1"/>
          </p:cNvSpPr>
          <p:nvPr>
            <p:ph idx="1"/>
          </p:nvPr>
        </p:nvSpPr>
        <p:spPr>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buFontTx/>
              <a:buNone/>
            </a:pPr>
            <a:r>
              <a:rPr lang="en-US" altLang="zh-CN" sz="3200" b="1" dirty="0">
                <a:solidFill>
                  <a:srgbClr val="0000FF"/>
                </a:solidFill>
              </a:rPr>
              <a:t>3.2.4  </a:t>
            </a:r>
            <a:r>
              <a:rPr lang="zh-CN" altLang="en-US" sz="3200" b="1" dirty="0">
                <a:solidFill>
                  <a:srgbClr val="0000FF"/>
                </a:solidFill>
              </a:rPr>
              <a:t>混合网络结构</a:t>
            </a:r>
          </a:p>
          <a:p>
            <a:pPr lvl="0" eaLnBrk="1" hangingPunct="1"/>
            <a:r>
              <a:rPr lang="en-US" altLang="zh-CN" dirty="0" err="1"/>
              <a:t>混合结构理论上可以是各种结构的组合</a:t>
            </a:r>
            <a:r>
              <a:rPr lang="en-US" altLang="zh-CN" dirty="0"/>
              <a:t>。</a:t>
            </a:r>
          </a:p>
          <a:p>
            <a:pPr lvl="1" eaLnBrk="1" hangingPunct="1"/>
            <a:r>
              <a:rPr lang="zh-CN" altLang="en-US" dirty="0"/>
              <a:t>主要出现在城域网和广域网中。</a:t>
            </a:r>
          </a:p>
          <a:p>
            <a:pPr lvl="0" eaLnBrk="1" hangingPunct="1"/>
            <a:endParaRPr lang="zh-CN" altLang="en-US" dirty="0"/>
          </a:p>
          <a:p>
            <a:pPr lvl="0" eaLnBrk="1" hangingPunct="1"/>
            <a:r>
              <a:rPr lang="zh-CN" altLang="en-US" dirty="0"/>
              <a:t>局域网中的混合结构</a:t>
            </a:r>
          </a:p>
          <a:p>
            <a:pPr lvl="1" eaLnBrk="1" hangingPunct="1"/>
            <a:r>
              <a:rPr lang="zh-CN" altLang="en-US" dirty="0"/>
              <a:t>由交换机连接构成的</a:t>
            </a:r>
            <a:r>
              <a:rPr lang="zh-CN" altLang="en-US" b="1" dirty="0">
                <a:solidFill>
                  <a:srgbClr val="FF0000"/>
                </a:solidFill>
                <a:effectLst>
                  <a:outerShdw blurRad="38100" dist="38100" dir="2700000" algn="tl">
                    <a:srgbClr val="C0C0C0"/>
                  </a:outerShdw>
                </a:effectLst>
              </a:rPr>
              <a:t>树形结构</a:t>
            </a:r>
            <a:r>
              <a:rPr lang="en-US" altLang="zh-CN" sz="2000" dirty="0"/>
              <a:t>（</a:t>
            </a:r>
            <a:r>
              <a:rPr lang="en-US" altLang="zh-CN" sz="2000" dirty="0" err="1"/>
              <a:t>星形</a:t>
            </a:r>
            <a:r>
              <a:rPr lang="en-US" altLang="zh-CN" sz="2000" dirty="0"/>
              <a:t>+</a:t>
            </a:r>
            <a:r>
              <a:rPr lang="zh-CN" altLang="en-US" sz="2000" dirty="0"/>
              <a:t>星形）</a:t>
            </a:r>
          </a:p>
          <a:p>
            <a:pPr lvl="1" eaLnBrk="1" hangingPunct="1"/>
            <a:r>
              <a:rPr lang="zh-CN" altLang="en-US" dirty="0"/>
              <a:t>由交换机与路由器连接构成的树形结构</a:t>
            </a:r>
            <a:r>
              <a:rPr lang="en-US" altLang="zh-CN" sz="2000" dirty="0"/>
              <a:t>（</a:t>
            </a:r>
            <a:r>
              <a:rPr lang="en-US" altLang="zh-CN" sz="2000" dirty="0" err="1"/>
              <a:t>星形</a:t>
            </a:r>
            <a:r>
              <a:rPr lang="en-US" altLang="zh-CN" sz="2000" dirty="0"/>
              <a:t>+</a:t>
            </a:r>
            <a:r>
              <a:rPr lang="zh-CN" altLang="en-US" sz="2000" dirty="0"/>
              <a:t>点对点）</a:t>
            </a:r>
            <a:r>
              <a:rPr lang="en-US" altLang="zh-CN" dirty="0"/>
              <a:t>。</a:t>
            </a:r>
          </a:p>
          <a:p>
            <a:pPr lvl="0" eaLnBrk="1" hangingPunct="1"/>
            <a:endParaRPr lang="zh-CN" altLang="en-US" dirty="0"/>
          </a:p>
          <a:p>
            <a:pPr lvl="0" eaLnBrk="1" hangingPunct="1"/>
            <a:r>
              <a:rPr lang="zh-CN" altLang="en-US" dirty="0"/>
              <a:t>混合形结构的</a:t>
            </a:r>
            <a:r>
              <a:rPr lang="zh-CN" altLang="en-US" dirty="0">
                <a:solidFill>
                  <a:srgbClr val="FF0000"/>
                </a:solidFill>
                <a:effectLst>
                  <a:outerShdw blurRad="38100" dist="38100" dir="2700000" algn="tl">
                    <a:srgbClr val="C0C0C0"/>
                  </a:outerShdw>
                </a:effectLst>
              </a:rPr>
              <a:t>顶层节点负荷较重</a:t>
            </a:r>
            <a:r>
              <a:rPr lang="zh-CN" altLang="en-US" dirty="0"/>
              <a: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22"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3.2  </a:t>
            </a:r>
            <a:r>
              <a:rPr lang="zh-CN" altLang="en-US"/>
              <a:t>广播传输网络</a:t>
            </a:r>
          </a:p>
        </p:txBody>
      </p:sp>
      <p:sp>
        <p:nvSpPr>
          <p:cNvPr id="1049023" name="Rectangle 3"/>
          <p:cNvSpPr>
            <a:spLocks noGrp="1"/>
          </p:cNvSpPr>
          <p:nvPr>
            <p:ph idx="1"/>
          </p:nvPr>
        </p:nvSpPr>
        <p:spPr>
          <a:xfrm>
            <a:off x="838200" y="1340768"/>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大学校园网结构</a:t>
            </a:r>
          </a:p>
        </p:txBody>
      </p:sp>
      <p:pic>
        <p:nvPicPr>
          <p:cNvPr id="2097224" name="图片 1"/>
          <p:cNvPicPr>
            <a:picLocks/>
          </p:cNvPicPr>
          <p:nvPr/>
        </p:nvPicPr>
        <p:blipFill>
          <a:blip r:embed="rId5"/>
          <a:srcRect/>
          <a:stretch>
            <a:fillRect/>
          </a:stretch>
        </p:blipFill>
        <p:spPr>
          <a:xfrm>
            <a:off x="4084543" y="1357246"/>
            <a:ext cx="7289800" cy="5037137"/>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225" name="Picture 5"/>
          <p:cNvPicPr>
            <a:picLocks/>
          </p:cNvPicPr>
          <p:nvPr/>
        </p:nvPicPr>
        <p:blipFill>
          <a:blip r:embed="rId2"/>
          <a:srcRect/>
          <a:stretch>
            <a:fillRect/>
          </a:stretch>
        </p:blipFill>
        <p:spPr>
          <a:xfrm>
            <a:off x="2567608" y="1485842"/>
            <a:ext cx="7561262" cy="5102225"/>
          </a:xfrm>
          <a:prstGeom prst="rect">
            <a:avLst/>
          </a:prstGeom>
          <a:noFill/>
          <a:ln>
            <a:noFill/>
          </a:ln>
        </p:spPr>
      </p:pic>
      <p:sp>
        <p:nvSpPr>
          <p:cNvPr id="1049027"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3.2  </a:t>
            </a:r>
            <a:r>
              <a:rPr lang="zh-CN" altLang="en-US"/>
              <a:t>广播传输网络</a:t>
            </a:r>
          </a:p>
        </p:txBody>
      </p:sp>
      <p:sp>
        <p:nvSpPr>
          <p:cNvPr id="1049028" name="Rectangle 3"/>
          <p:cNvSpPr>
            <a:spLocks noGrp="1"/>
          </p:cNvSpPr>
          <p:nvPr>
            <p:ph idx="1"/>
          </p:nvPr>
        </p:nvSpPr>
        <p:spPr>
          <a:xfrm>
            <a:off x="814182" y="1253331"/>
            <a:ext cx="9746314" cy="437357"/>
          </a:xfrm>
          <a:prstGeom prst="rect">
            <a:avLst/>
          </a:prstGeom>
          <a:noFill/>
          <a:ln>
            <a:noFill/>
          </a:ln>
        </p:spPr>
        <p:txBody>
          <a:bodyPr vert="horz" lIns="91440" tIns="45720" rIns="91440" bIns="45720" rtlCol="0" anchor="t">
            <a:normAutofit lnSpcReduction="10000"/>
          </a:bodyPr>
          <a:lstStyle>
            <a:lvl1pPr marL="342900" indent="-34290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4"/>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5"/>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5"/>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5"/>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en-US" altLang="zh-CN" dirty="0"/>
              <a:t>[</a:t>
            </a:r>
            <a:r>
              <a:rPr lang="zh-CN" altLang="en-US" dirty="0"/>
              <a:t>案例</a:t>
            </a:r>
            <a:r>
              <a:rPr lang="en-US" altLang="zh-CN" dirty="0"/>
              <a:t>] </a:t>
            </a:r>
            <a:r>
              <a:rPr lang="zh-CN" altLang="en-US" dirty="0"/>
              <a:t>大学校园网结构</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32"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3.2  </a:t>
            </a:r>
            <a:r>
              <a:rPr lang="zh-CN" altLang="en-US"/>
              <a:t>广播类型网络拓扑结构</a:t>
            </a:r>
          </a:p>
        </p:txBody>
      </p:sp>
      <p:sp>
        <p:nvSpPr>
          <p:cNvPr id="1049033" name="Rectangle 3"/>
          <p:cNvSpPr>
            <a:spLocks noGrp="1"/>
          </p:cNvSpPr>
          <p:nvPr>
            <p:ph idx="1"/>
          </p:nvPr>
        </p:nvSpPr>
        <p:spPr>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网络</a:t>
            </a:r>
          </a:p>
        </p:txBody>
      </p:sp>
      <p:pic>
        <p:nvPicPr>
          <p:cNvPr id="2097226" name="Picture 4" descr="图片10"/>
          <p:cNvPicPr>
            <a:picLocks/>
          </p:cNvPicPr>
          <p:nvPr/>
        </p:nvPicPr>
        <p:blipFill>
          <a:blip r:embed="rId5"/>
          <a:srcRect/>
          <a:stretch>
            <a:fillRect/>
          </a:stretch>
        </p:blipFill>
        <p:spPr>
          <a:xfrm>
            <a:off x="4151784" y="1628800"/>
            <a:ext cx="7236296" cy="4351338"/>
          </a:xfrm>
          <a:prstGeom prst="rect">
            <a:avLst/>
          </a:prstGeom>
          <a:noFill/>
          <a:ln>
            <a:noFill/>
          </a:ln>
        </p:spPr>
      </p:pic>
      <p:sp>
        <p:nvSpPr>
          <p:cNvPr id="1049034" name="AutoShape 5"/>
          <p:cNvSpPr/>
          <p:nvPr/>
        </p:nvSpPr>
        <p:spPr>
          <a:xfrm>
            <a:off x="335360" y="2348880"/>
            <a:ext cx="3671887" cy="433387"/>
          </a:xfrm>
          <a:prstGeom prst="wedgeRectCallout">
            <a:avLst>
              <a:gd name="adj1" fmla="val -32273"/>
              <a:gd name="adj2" fmla="val 27292"/>
            </a:avLst>
          </a:prstGeom>
          <a:solidFill>
            <a:srgbClr val="CCFFFF"/>
          </a:solidFill>
          <a:ln w="9525" cap="flat" cmpd="sng">
            <a:solidFill>
              <a:srgbClr val="FF0000">
                <a:alpha val="100000"/>
              </a:srgbClr>
            </a:solidFill>
            <a:prstDash val="solid"/>
            <a:round/>
          </a:ln>
        </p:spPr>
        <p:txBody>
          <a:bodyPr vert="horz" lIns="91440" tIns="45720" rIns="91440" bIns="45720" anchor="t"/>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hangingPunct="1"/>
            <a:r>
              <a:rPr lang="en-US" altLang="zh-CN" sz="2000" b="1">
                <a:solidFill>
                  <a:schemeClr val="hlink"/>
                </a:solidFill>
              </a:rPr>
              <a:t>[</a:t>
            </a:r>
            <a:r>
              <a:rPr lang="zh-CN" altLang="en-US" sz="2000" b="1">
                <a:solidFill>
                  <a:schemeClr val="hlink"/>
                </a:solidFill>
              </a:rPr>
              <a:t>案例</a:t>
            </a:r>
            <a:r>
              <a:rPr lang="en-US" altLang="zh-CN" sz="2000" b="1">
                <a:solidFill>
                  <a:schemeClr val="hlink"/>
                </a:solidFill>
              </a:rPr>
              <a:t>] </a:t>
            </a:r>
            <a:r>
              <a:rPr lang="zh-CN" altLang="en-US" sz="2000" b="1">
                <a:solidFill>
                  <a:schemeClr val="hlink"/>
                </a:solidFill>
              </a:rPr>
              <a:t>企业局域网混合形结构</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228" name="Picture 3" descr="AAEON4"/>
          <p:cNvPicPr>
            <a:picLocks/>
          </p:cNvPicPr>
          <p:nvPr/>
        </p:nvPicPr>
        <p:blipFill>
          <a:blip r:embed="rId3">
            <a:clrChange>
              <a:clrFrom>
                <a:srgbClr val="FDFDFD"/>
              </a:clrFrom>
              <a:clrTo>
                <a:srgbClr val="FDFDFD">
                  <a:alpha val="0"/>
                </a:srgbClr>
              </a:clrTo>
            </a:clrChange>
          </a:blip>
          <a:srcRect/>
          <a:stretch>
            <a:fillRect/>
          </a:stretch>
        </p:blipFill>
        <p:spPr>
          <a:xfrm>
            <a:off x="7320136" y="3068960"/>
            <a:ext cx="4643437" cy="3278187"/>
          </a:xfrm>
          <a:prstGeom prst="rect">
            <a:avLst/>
          </a:prstGeom>
          <a:noFill/>
          <a:ln>
            <a:noFill/>
          </a:ln>
        </p:spPr>
      </p:pic>
      <p:sp>
        <p:nvSpPr>
          <p:cNvPr id="1049038" name="Rectangle 4"/>
          <p:cNvSpPr>
            <a:spLocks noGrp="1"/>
          </p:cNvSpPr>
          <p:nvPr>
            <p:ph type="body" sz="half" idx="1"/>
          </p:nvPr>
        </p:nvSpPr>
        <p:spPr>
          <a:xfrm>
            <a:off x="1703512" y="1988840"/>
            <a:ext cx="8352928" cy="1728192"/>
          </a:xfrm>
          <a:prstGeom prst="rect">
            <a:avLst/>
          </a:prstGeom>
          <a:noFill/>
          <a:ln>
            <a:noFill/>
          </a:ln>
        </p:spPr>
        <p:txBody>
          <a:bodyPr vert="horz" lIns="91440" tIns="45720" rIns="91440" bIns="45720" rtlCol="0" anchor="t">
            <a:normAutofit/>
          </a:bodyPr>
          <a:lstStyle>
            <a:lvl1pPr marL="342900" indent="-342900">
              <a:lnSpc>
                <a:spcPct val="90000"/>
              </a:lnSpc>
              <a:spcBef>
                <a:spcPct val="0"/>
              </a:spcBef>
              <a:spcAft>
                <a:spcPct val="20000"/>
              </a:spcAft>
              <a:buBlip>
                <a:blip r:embed="rId4"/>
              </a:buBlip>
              <a:defRPr sz="2400">
                <a:solidFill>
                  <a:srgbClr val="000099"/>
                </a:solidFill>
              </a:defRPr>
            </a:lvl1pPr>
            <a:lvl2pPr marL="742950" indent="-285750">
              <a:lnSpc>
                <a:spcPct val="90000"/>
              </a:lnSpc>
              <a:spcBef>
                <a:spcPct val="0"/>
              </a:spcBef>
              <a:spcAft>
                <a:spcPct val="20000"/>
              </a:spcAft>
              <a:buBlip>
                <a:blip r:embed="rId5"/>
              </a:buBlip>
              <a:defRPr sz="2400">
                <a:solidFill>
                  <a:srgbClr val="000099"/>
                </a:solidFill>
              </a:defRPr>
            </a:lvl2pPr>
            <a:lvl3pPr marL="1143000" indent="-228600">
              <a:lnSpc>
                <a:spcPct val="90000"/>
              </a:lnSpc>
              <a:spcBef>
                <a:spcPct val="0"/>
              </a:spcBef>
              <a:spcAft>
                <a:spcPct val="20000"/>
              </a:spcAft>
              <a:buBlip>
                <a:blip r:embed="rId6"/>
              </a:buBlip>
              <a:defRPr sz="2000">
                <a:solidFill>
                  <a:srgbClr val="008000"/>
                </a:solidFill>
              </a:defRPr>
            </a:lvl3pPr>
            <a:lvl4pPr marL="1600200" indent="-228600">
              <a:lnSpc>
                <a:spcPct val="90000"/>
              </a:lnSpc>
              <a:spcBef>
                <a:spcPct val="0"/>
              </a:spcBef>
              <a:spcAft>
                <a:spcPct val="20000"/>
              </a:spcAft>
              <a:buBlip>
                <a:blip r:embed="rId6"/>
              </a:buBlip>
              <a:defRPr sz="1800">
                <a:solidFill>
                  <a:srgbClr val="800000"/>
                </a:solidFill>
              </a:defRPr>
            </a:lvl4pPr>
            <a:lvl5pPr marL="2057400" indent="-228600">
              <a:lnSpc>
                <a:spcPct val="90000"/>
              </a:lnSpc>
              <a:spcBef>
                <a:spcPct val="0"/>
              </a:spcBef>
              <a:spcAft>
                <a:spcPct val="20000"/>
              </a:spcAft>
              <a:buBlip>
                <a:blip r:embed="rId6"/>
              </a:buBlip>
              <a:defRPr sz="1600">
                <a:solidFill>
                  <a:srgbClr val="003399"/>
                </a:solidFill>
              </a:defRPr>
            </a:lvl5pPr>
          </a:lstStyle>
          <a:p>
            <a:pPr lvl="0" eaLnBrk="1" hangingPunct="1">
              <a:buFontTx/>
              <a:buNone/>
            </a:pPr>
            <a:endParaRPr lang="en-US" altLang="zh-CN" dirty="0"/>
          </a:p>
          <a:p>
            <a:pPr lvl="0" eaLnBrk="1" hangingPunct="1">
              <a:buFontTx/>
              <a:buNone/>
            </a:pPr>
            <a:endParaRPr lang="en-US" altLang="zh-CN" dirty="0"/>
          </a:p>
          <a:p>
            <a:pPr lvl="0" algn="ctr" eaLnBrk="1" hangingPunct="1">
              <a:buFontTx/>
              <a:buNone/>
            </a:pPr>
            <a:r>
              <a:rPr lang="zh-CN" altLang="en-US" sz="3600" b="1" dirty="0">
                <a:solidFill>
                  <a:srgbClr val="FF0066"/>
                </a:solidFill>
                <a:effectLst>
                  <a:outerShdw blurRad="38100" dist="38100" dir="2700000" algn="tl">
                    <a:srgbClr val="C0C0C0"/>
                  </a:outerShdw>
                </a:effectLst>
              </a:rPr>
              <a:t>3.3  网络设计模型</a:t>
            </a:r>
          </a:p>
        </p:txBody>
      </p:sp>
    </p:spTree>
  </p:cSld>
  <p:clrMapOvr>
    <a:masterClrMapping/>
  </p:clrMapOvr>
  <p:transition spd="slow">
    <p:zoom/>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45"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3.3  </a:t>
            </a:r>
            <a:r>
              <a:rPr lang="zh-CN" altLang="en-US"/>
              <a:t>网络设计模型</a:t>
            </a:r>
          </a:p>
        </p:txBody>
      </p:sp>
      <p:sp>
        <p:nvSpPr>
          <p:cNvPr id="1049046" name="Rectangle 3"/>
          <p:cNvSpPr>
            <a:spLocks noGrp="1"/>
          </p:cNvSpPr>
          <p:nvPr>
            <p:ph idx="1"/>
          </p:nvPr>
        </p:nvSpPr>
        <p:spPr>
          <a:xfrm>
            <a:off x="838200" y="1556792"/>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buFontTx/>
              <a:buNone/>
            </a:pPr>
            <a:r>
              <a:rPr lang="en-US" altLang="zh-CN" sz="3200" dirty="0"/>
              <a:t>3.3.1  </a:t>
            </a:r>
            <a:r>
              <a:rPr lang="zh-CN" altLang="en-US" sz="3200" dirty="0"/>
              <a:t>层次化模型</a:t>
            </a:r>
          </a:p>
          <a:p>
            <a:pPr lvl="0" eaLnBrk="1" hangingPunct="1"/>
            <a:r>
              <a:rPr lang="zh-CN" altLang="en-US" dirty="0"/>
              <a:t>网络规模的不断扩大，产生了以下问题：</a:t>
            </a:r>
          </a:p>
          <a:p>
            <a:pPr lvl="1" eaLnBrk="1" hangingPunct="1"/>
            <a:r>
              <a:rPr lang="zh-CN" altLang="en-US" dirty="0"/>
              <a:t>园区局域网主机数达到了数千台；</a:t>
            </a:r>
          </a:p>
          <a:p>
            <a:pPr lvl="1" eaLnBrk="1" hangingPunct="1"/>
            <a:r>
              <a:rPr lang="zh-CN" altLang="en-US" dirty="0"/>
              <a:t>有限带宽和无限需求的矛盾越来越突出；</a:t>
            </a:r>
          </a:p>
          <a:p>
            <a:pPr lvl="1" eaLnBrk="1" hangingPunct="1"/>
            <a:r>
              <a:rPr lang="zh-CN" altLang="en-US" dirty="0"/>
              <a:t>网络之间的互连变得更加复杂；</a:t>
            </a:r>
          </a:p>
          <a:p>
            <a:pPr lvl="1" eaLnBrk="1" hangingPunct="1"/>
            <a:r>
              <a:rPr lang="zh-CN" altLang="en-US" dirty="0"/>
              <a:t>网络安全问题变得严重；</a:t>
            </a:r>
          </a:p>
          <a:p>
            <a:pPr lvl="1" eaLnBrk="1" hangingPunct="1"/>
            <a:r>
              <a:rPr lang="zh-CN" altLang="en-US" dirty="0"/>
              <a:t>局域网技术正逐步应用到城域网中。</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51"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3.3  </a:t>
            </a:r>
            <a:r>
              <a:rPr lang="zh-CN" altLang="en-US"/>
              <a:t>网络设计模型</a:t>
            </a:r>
          </a:p>
        </p:txBody>
      </p:sp>
      <p:sp>
        <p:nvSpPr>
          <p:cNvPr id="1049050" name="Rectangle 3"/>
          <p:cNvSpPr>
            <a:spLocks noGrp="1"/>
          </p:cNvSpPr>
          <p:nvPr>
            <p:ph idx="1"/>
          </p:nvPr>
        </p:nvSpPr>
        <p:spPr>
          <a:xfrm>
            <a:off x="1055440" y="1484784"/>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en-US" altLang="zh-CN"/>
              <a:t>Cisco</a:t>
            </a:r>
            <a:r>
              <a:rPr lang="zh-CN" altLang="en-US"/>
              <a:t>等公司提出了</a:t>
            </a:r>
            <a:r>
              <a:rPr lang="zh-CN" altLang="en-US">
                <a:solidFill>
                  <a:srgbClr val="FF0000"/>
                </a:solidFill>
                <a:effectLst>
                  <a:outerShdw blurRad="38100" dist="38100" dir="2700000" algn="tl">
                    <a:srgbClr val="C0C0C0"/>
                  </a:outerShdw>
                </a:effectLst>
              </a:rPr>
              <a:t>层次化网络设计</a:t>
            </a:r>
            <a:r>
              <a:rPr lang="en-US" altLang="zh-CN"/>
              <a:t>的概念。</a:t>
            </a:r>
          </a:p>
          <a:p>
            <a:pPr lvl="0" eaLnBrk="1" hangingPunct="1"/>
            <a:endParaRPr lang="zh-CN" altLang="en-US"/>
          </a:p>
          <a:p>
            <a:pPr lvl="0" eaLnBrk="1" hangingPunct="1"/>
            <a:r>
              <a:rPr lang="zh-CN" altLang="en-US"/>
              <a:t>层次化模型分为：</a:t>
            </a:r>
          </a:p>
          <a:p>
            <a:pPr lvl="1" eaLnBrk="1" hangingPunct="1"/>
            <a:r>
              <a:rPr lang="zh-CN" altLang="en-US" b="1">
                <a:solidFill>
                  <a:srgbClr val="FF0000"/>
                </a:solidFill>
                <a:effectLst>
                  <a:outerShdw blurRad="38100" dist="38100" dir="2700000" algn="tl">
                    <a:srgbClr val="C0C0C0"/>
                  </a:outerShdw>
                </a:effectLst>
              </a:rPr>
              <a:t>核心层</a:t>
            </a:r>
          </a:p>
          <a:p>
            <a:pPr lvl="1" eaLnBrk="1" hangingPunct="1"/>
            <a:r>
              <a:rPr lang="zh-CN" altLang="en-US" b="1">
                <a:solidFill>
                  <a:srgbClr val="FF0000"/>
                </a:solidFill>
                <a:effectLst>
                  <a:outerShdw blurRad="38100" dist="38100" dir="2700000" algn="tl">
                    <a:srgbClr val="C0C0C0"/>
                  </a:outerShdw>
                </a:effectLst>
              </a:rPr>
              <a:t>汇聚层</a:t>
            </a:r>
          </a:p>
          <a:p>
            <a:pPr lvl="1" eaLnBrk="1" hangingPunct="1"/>
            <a:r>
              <a:rPr lang="zh-CN" altLang="en-US" b="1">
                <a:solidFill>
                  <a:srgbClr val="FF0000"/>
                </a:solidFill>
                <a:effectLst>
                  <a:outerShdw blurRad="38100" dist="38100" dir="2700000" algn="tl">
                    <a:srgbClr val="C0C0C0"/>
                  </a:outerShdw>
                </a:effectLst>
              </a:rPr>
              <a:t>接入层</a:t>
            </a:r>
          </a:p>
        </p:txBody>
      </p:sp>
      <p:pic>
        <p:nvPicPr>
          <p:cNvPr id="2097229" name="Picture 4" descr="图01-10 三层网络模型"/>
          <p:cNvPicPr>
            <a:picLocks/>
          </p:cNvPicPr>
          <p:nvPr/>
        </p:nvPicPr>
        <p:blipFill>
          <a:blip r:embed="rId5"/>
          <a:srcRect/>
          <a:stretch>
            <a:fillRect/>
          </a:stretch>
        </p:blipFill>
        <p:spPr>
          <a:xfrm>
            <a:off x="5231904" y="2348880"/>
            <a:ext cx="5616575" cy="3948112"/>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56"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dirty="0"/>
              <a:t>3.3  </a:t>
            </a:r>
            <a:r>
              <a:rPr lang="zh-CN" altLang="en-US" dirty="0"/>
              <a:t>网络设计模型</a:t>
            </a:r>
          </a:p>
        </p:txBody>
      </p:sp>
      <p:sp>
        <p:nvSpPr>
          <p:cNvPr id="1049055" name="Rectangle 3"/>
          <p:cNvSpPr>
            <a:spLocks noGrp="1"/>
          </p:cNvSpPr>
          <p:nvPr>
            <p:ph idx="1"/>
          </p:nvPr>
        </p:nvSpPr>
        <p:spPr>
          <a:xfrm>
            <a:off x="911424" y="1340768"/>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各个层次的功能：</a:t>
            </a:r>
          </a:p>
          <a:p>
            <a:pPr lvl="1" eaLnBrk="1" hangingPunct="1"/>
            <a:r>
              <a:rPr lang="zh-CN" altLang="en-US" dirty="0"/>
              <a:t>核心层提供核心节点之间的高速数据转发。</a:t>
            </a:r>
          </a:p>
          <a:p>
            <a:pPr lvl="1" eaLnBrk="1" hangingPunct="1"/>
            <a:r>
              <a:rPr lang="zh-CN" altLang="en-US" dirty="0"/>
              <a:t>汇聚层主要负责路由聚合，收敛数据流量。</a:t>
            </a:r>
          </a:p>
          <a:p>
            <a:pPr lvl="1" eaLnBrk="1" hangingPunct="1"/>
            <a:r>
              <a:rPr lang="zh-CN" altLang="en-US" dirty="0"/>
              <a:t>接入层为用户提供网络访问和管理功能。</a:t>
            </a:r>
          </a:p>
          <a:p>
            <a:pPr lvl="1" eaLnBrk="1" hangingPunct="1"/>
            <a:endParaRPr lang="zh-CN" altLang="en-US" b="1" dirty="0"/>
          </a:p>
        </p:txBody>
      </p:sp>
      <p:pic>
        <p:nvPicPr>
          <p:cNvPr id="2097230" name="图片 1"/>
          <p:cNvPicPr>
            <a:picLocks/>
          </p:cNvPicPr>
          <p:nvPr/>
        </p:nvPicPr>
        <p:blipFill>
          <a:blip r:embed="rId5"/>
          <a:srcRect/>
          <a:stretch>
            <a:fillRect/>
          </a:stretch>
        </p:blipFill>
        <p:spPr>
          <a:xfrm>
            <a:off x="6672064" y="3048703"/>
            <a:ext cx="5111750" cy="346392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60"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3.3  </a:t>
            </a:r>
            <a:r>
              <a:rPr lang="zh-CN" altLang="en-US"/>
              <a:t>网络设计模型</a:t>
            </a:r>
          </a:p>
        </p:txBody>
      </p:sp>
      <p:sp>
        <p:nvSpPr>
          <p:cNvPr id="1049061" name="Rectangle 3"/>
          <p:cNvSpPr>
            <a:spLocks noGrp="1"/>
          </p:cNvSpPr>
          <p:nvPr>
            <p:ph idx="1"/>
          </p:nvPr>
        </p:nvSpPr>
        <p:spPr>
          <a:xfrm>
            <a:off x="833064" y="1263135"/>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en-US" altLang="zh-CN" dirty="0"/>
              <a:t>[</a:t>
            </a:r>
            <a:r>
              <a:rPr lang="zh-CN" altLang="en-US" dirty="0"/>
              <a:t>案例</a:t>
            </a:r>
            <a:r>
              <a:rPr lang="en-US" altLang="zh-CN" dirty="0"/>
              <a:t>] </a:t>
            </a:r>
            <a:r>
              <a:rPr lang="zh-CN" altLang="en-US" dirty="0"/>
              <a:t>层次化网络设计案例</a:t>
            </a:r>
          </a:p>
        </p:txBody>
      </p:sp>
      <p:pic>
        <p:nvPicPr>
          <p:cNvPr id="2097231" name="Picture 5"/>
          <p:cNvPicPr>
            <a:picLocks/>
          </p:cNvPicPr>
          <p:nvPr/>
        </p:nvPicPr>
        <p:blipFill>
          <a:blip r:embed="rId5"/>
          <a:srcRect/>
          <a:stretch>
            <a:fillRect/>
          </a:stretch>
        </p:blipFill>
        <p:spPr>
          <a:xfrm>
            <a:off x="1884362" y="1939925"/>
            <a:ext cx="8748712" cy="3865562"/>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65" name="Rectangle 2"/>
          <p:cNvSpPr>
            <a:spLocks noGrp="1"/>
          </p:cNvSpPr>
          <p:nvPr>
            <p:ph type="title"/>
          </p:nvPr>
        </p:nvSpPr>
        <p:spPr>
          <a:xfrm>
            <a:off x="838200" y="365125"/>
            <a:ext cx="5977880" cy="1263675"/>
          </a:xfrm>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3.3  </a:t>
            </a:r>
            <a:r>
              <a:rPr lang="zh-CN" altLang="en-US"/>
              <a:t>网络设计模型</a:t>
            </a:r>
          </a:p>
        </p:txBody>
      </p:sp>
      <p:sp>
        <p:nvSpPr>
          <p:cNvPr id="1049066" name="Rectangle 3"/>
          <p:cNvSpPr>
            <a:spLocks noGrp="1"/>
          </p:cNvSpPr>
          <p:nvPr>
            <p:ph idx="1"/>
          </p:nvPr>
        </p:nvSpPr>
        <p:spPr>
          <a:xfrm>
            <a:off x="838200" y="1955812"/>
            <a:ext cx="4033664" cy="1185156"/>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en-US" altLang="zh-CN" dirty="0"/>
              <a:t>[</a:t>
            </a:r>
            <a:r>
              <a:rPr lang="zh-CN" altLang="en-US" dirty="0"/>
              <a:t>案例</a:t>
            </a:r>
            <a:r>
              <a:rPr lang="en-US" altLang="zh-CN" dirty="0"/>
              <a:t>] </a:t>
            </a:r>
            <a:r>
              <a:rPr lang="zh-CN" altLang="en-US" dirty="0"/>
              <a:t>层次化网络设计案例</a:t>
            </a:r>
          </a:p>
        </p:txBody>
      </p:sp>
      <p:pic>
        <p:nvPicPr>
          <p:cNvPr id="2097232" name="Picture 5" descr="20090914110255"/>
          <p:cNvPicPr>
            <a:picLocks/>
          </p:cNvPicPr>
          <p:nvPr/>
        </p:nvPicPr>
        <p:blipFill>
          <a:blip r:embed="rId5"/>
          <a:srcRect/>
          <a:stretch>
            <a:fillRect/>
          </a:stretch>
        </p:blipFill>
        <p:spPr>
          <a:xfrm>
            <a:off x="5951984" y="1250963"/>
            <a:ext cx="5545137" cy="5056187"/>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70"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3.3  </a:t>
            </a:r>
            <a:r>
              <a:rPr lang="zh-CN" altLang="en-US"/>
              <a:t>网络设计模型</a:t>
            </a:r>
          </a:p>
        </p:txBody>
      </p:sp>
      <p:sp>
        <p:nvSpPr>
          <p:cNvPr id="1049071" name="Rectangle 3"/>
          <p:cNvSpPr>
            <a:spLocks noGrp="1"/>
          </p:cNvSpPr>
          <p:nvPr>
            <p:ph idx="1"/>
          </p:nvPr>
        </p:nvSpPr>
        <p:spPr>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层次化设计的优点：</a:t>
            </a:r>
          </a:p>
          <a:p>
            <a:pPr lvl="1" eaLnBrk="1" hangingPunct="1"/>
            <a:r>
              <a:rPr lang="zh-CN" altLang="en-US" dirty="0"/>
              <a:t>降低了网络设计的复杂性；</a:t>
            </a:r>
          </a:p>
          <a:p>
            <a:pPr lvl="1" eaLnBrk="1" hangingPunct="1"/>
            <a:r>
              <a:rPr lang="zh-CN" altLang="en-US" dirty="0"/>
              <a:t>更容易处理广播风暴、信号循环等问题；</a:t>
            </a:r>
          </a:p>
          <a:p>
            <a:pPr lvl="1" eaLnBrk="1" hangingPunct="1"/>
            <a:r>
              <a:rPr lang="zh-CN" altLang="en-US" dirty="0"/>
              <a:t>升级任意层次的网络不会对其他层次造成影响；</a:t>
            </a:r>
          </a:p>
          <a:p>
            <a:pPr lvl="1" eaLnBrk="1" hangingPunct="1"/>
            <a:r>
              <a:rPr lang="zh-CN" altLang="en-US" dirty="0"/>
              <a:t>降低了设备配置的复杂性；</a:t>
            </a:r>
          </a:p>
          <a:p>
            <a:pPr lvl="1" eaLnBrk="1" hangingPunct="1"/>
            <a:r>
              <a:rPr lang="zh-CN" altLang="en-US" dirty="0"/>
              <a:t>网络故障易于定位；</a:t>
            </a:r>
          </a:p>
          <a:p>
            <a:pPr lvl="1" eaLnBrk="1" hangingPunct="1"/>
            <a:r>
              <a:rPr lang="zh-CN" altLang="en-US" dirty="0"/>
              <a:t>网络更容易管理。</a:t>
            </a:r>
          </a:p>
          <a:p>
            <a:pPr lvl="0" eaLnBrk="1" hangingPunct="1"/>
            <a:endParaRPr lang="en-US" altLang="zh-CN"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75"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3.3  </a:t>
            </a:r>
            <a:r>
              <a:rPr lang="zh-CN" altLang="en-US"/>
              <a:t>网络设计模型</a:t>
            </a:r>
          </a:p>
        </p:txBody>
      </p:sp>
      <p:sp>
        <p:nvSpPr>
          <p:cNvPr id="1049076" name="Rectangle 3"/>
          <p:cNvSpPr>
            <a:spLocks noGrp="1"/>
          </p:cNvSpPr>
          <p:nvPr>
            <p:ph idx="1"/>
          </p:nvPr>
        </p:nvSpPr>
        <p:spPr>
          <a:xfrm>
            <a:off x="838200" y="1556792"/>
            <a:ext cx="10515600" cy="2520280"/>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层次化设计的缺点：</a:t>
            </a:r>
          </a:p>
          <a:p>
            <a:pPr lvl="1" eaLnBrk="1" hangingPunct="1"/>
            <a:r>
              <a:rPr lang="zh-CN" altLang="en-US" dirty="0"/>
              <a:t>不适用于结构简单的小型局域网。</a:t>
            </a:r>
          </a:p>
          <a:p>
            <a:pPr lvl="1" eaLnBrk="1" hangingPunct="1"/>
            <a:r>
              <a:rPr lang="zh-CN" altLang="en-US" dirty="0"/>
              <a:t>核心层设备或链路失效时，会导致整个网络遭到严重破坏。</a:t>
            </a:r>
          </a:p>
          <a:p>
            <a:pPr lvl="1" eaLnBrk="1" hangingPunct="1"/>
            <a:r>
              <a:rPr lang="zh-CN" altLang="en-US" dirty="0"/>
              <a:t>分层设计中往往采用设备冗余、路由冗余等设计方法，这会导致网络复杂性的增加。</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80"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3.3  </a:t>
            </a:r>
            <a:r>
              <a:rPr lang="zh-CN" altLang="en-US"/>
              <a:t>网络设计模型</a:t>
            </a:r>
          </a:p>
        </p:txBody>
      </p:sp>
      <p:sp>
        <p:nvSpPr>
          <p:cNvPr id="1049081" name="Rectangle 3"/>
          <p:cNvSpPr>
            <a:spLocks noGrp="1"/>
          </p:cNvSpPr>
          <p:nvPr>
            <p:ph idx="1"/>
          </p:nvPr>
        </p:nvSpPr>
        <p:spPr>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buFontTx/>
              <a:buNone/>
            </a:pPr>
            <a:r>
              <a:rPr lang="en-US" altLang="zh-CN" sz="3200" b="1" dirty="0">
                <a:solidFill>
                  <a:srgbClr val="0000FF"/>
                </a:solidFill>
              </a:rPr>
              <a:t>3.3.1  </a:t>
            </a:r>
            <a:r>
              <a:rPr lang="zh-CN" altLang="en-US" sz="3200" b="1" dirty="0">
                <a:solidFill>
                  <a:srgbClr val="0000FF"/>
                </a:solidFill>
              </a:rPr>
              <a:t>接入层设计</a:t>
            </a:r>
          </a:p>
          <a:p>
            <a:pPr lvl="0">
              <a:buFontTx/>
              <a:buNone/>
            </a:pPr>
            <a:r>
              <a:rPr lang="en-US" altLang="zh-CN" b="1" dirty="0"/>
              <a:t>1</a:t>
            </a:r>
            <a:r>
              <a:rPr lang="zh-CN" altLang="zh-CN" b="1" dirty="0"/>
              <a:t>．接入层设计目标</a:t>
            </a:r>
          </a:p>
          <a:p>
            <a:pPr lvl="0"/>
            <a:r>
              <a:rPr lang="zh-CN" altLang="zh-CN" dirty="0"/>
              <a:t>为</a:t>
            </a:r>
            <a:r>
              <a:rPr lang="zh-CN" altLang="zh-CN" dirty="0">
                <a:solidFill>
                  <a:srgbClr val="FF0000"/>
                </a:solidFill>
                <a:effectLst>
                  <a:outerShdw blurRad="38100" dist="38100" dir="2700000" algn="tl">
                    <a:srgbClr val="C0C0C0"/>
                  </a:outerShdw>
                </a:effectLst>
              </a:rPr>
              <a:t>最终用户</a:t>
            </a:r>
            <a:r>
              <a:rPr lang="zh-CN" altLang="zh-CN" dirty="0"/>
              <a:t>提供访问网络的能力。</a:t>
            </a:r>
          </a:p>
          <a:p>
            <a:pPr lvl="0"/>
            <a:endParaRPr lang="en-US" altLang="zh-CN" dirty="0"/>
          </a:p>
          <a:p>
            <a:pPr lvl="0"/>
            <a:r>
              <a:rPr lang="zh-CN" altLang="zh-CN" dirty="0"/>
              <a:t>接入层设计注意问题</a:t>
            </a:r>
            <a:r>
              <a:rPr lang="zh-CN" altLang="en-US" dirty="0"/>
              <a:t>：</a:t>
            </a:r>
          </a:p>
          <a:p>
            <a:pPr lvl="1"/>
            <a:r>
              <a:rPr lang="zh-CN" altLang="zh-CN" dirty="0"/>
              <a:t>适度超前</a:t>
            </a:r>
          </a:p>
          <a:p>
            <a:pPr lvl="1"/>
            <a:r>
              <a:rPr lang="zh-CN" altLang="zh-CN" dirty="0"/>
              <a:t>分期实施</a:t>
            </a:r>
          </a:p>
          <a:p>
            <a:pPr lvl="1"/>
            <a:r>
              <a:rPr lang="zh-CN" altLang="zh-CN" dirty="0"/>
              <a:t>简化设计</a:t>
            </a:r>
          </a:p>
          <a:p>
            <a:pPr lvl="1"/>
            <a:r>
              <a:rPr lang="zh-CN" altLang="zh-CN" dirty="0"/>
              <a:t>安全隔离</a:t>
            </a:r>
          </a:p>
        </p:txBody>
      </p:sp>
      <p:pic>
        <p:nvPicPr>
          <p:cNvPr id="2097233" name="图片 1"/>
          <p:cNvPicPr>
            <a:picLocks/>
          </p:cNvPicPr>
          <p:nvPr/>
        </p:nvPicPr>
        <p:blipFill>
          <a:blip r:embed="rId5"/>
          <a:srcRect/>
          <a:stretch>
            <a:fillRect/>
          </a:stretch>
        </p:blipFill>
        <p:spPr>
          <a:xfrm>
            <a:off x="5972176" y="3525838"/>
            <a:ext cx="4695825" cy="3171825"/>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85"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3.3  </a:t>
            </a:r>
            <a:r>
              <a:rPr lang="zh-CN" altLang="en-US"/>
              <a:t>网络设计模型</a:t>
            </a:r>
          </a:p>
        </p:txBody>
      </p:sp>
      <p:sp>
        <p:nvSpPr>
          <p:cNvPr id="1049086" name="Rectangle 3"/>
          <p:cNvSpPr>
            <a:spLocks noGrp="1"/>
          </p:cNvSpPr>
          <p:nvPr>
            <p:ph idx="1"/>
          </p:nvPr>
        </p:nvSpPr>
        <p:spPr>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marL="0" indent="0">
              <a:buNone/>
            </a:pPr>
            <a:r>
              <a:rPr lang="en-US" altLang="zh-CN" b="1" dirty="0"/>
              <a:t>2</a:t>
            </a:r>
            <a:r>
              <a:rPr lang="zh-CN" altLang="zh-CN" b="1" dirty="0"/>
              <a:t>．接入层网络结构设计</a:t>
            </a:r>
          </a:p>
          <a:p>
            <a:pPr marL="457200" lvl="1" indent="-274320">
              <a:buNone/>
            </a:pPr>
            <a:r>
              <a:rPr lang="en-US" altLang="zh-CN" dirty="0"/>
              <a:t>（1</a:t>
            </a:r>
            <a:r>
              <a:rPr lang="zh-CN" altLang="zh-CN" dirty="0"/>
              <a:t>）局域网接入层一般采用星形网络结构。</a:t>
            </a:r>
          </a:p>
          <a:p>
            <a:pPr marL="457200" lvl="1" indent="-274320">
              <a:buNone/>
            </a:pPr>
            <a:r>
              <a:rPr lang="zh-CN" altLang="zh-CN" dirty="0"/>
              <a:t>（</a:t>
            </a:r>
            <a:r>
              <a:rPr lang="en-US" altLang="zh-CN" dirty="0"/>
              <a:t>2</a:t>
            </a:r>
            <a:r>
              <a:rPr lang="zh-CN" altLang="zh-CN" dirty="0"/>
              <a:t>）接入层一般不采用冗余链路。</a:t>
            </a:r>
          </a:p>
          <a:p>
            <a:pPr marL="457200" lvl="1" indent="-274320">
              <a:buNone/>
            </a:pPr>
            <a:r>
              <a:rPr lang="zh-CN" altLang="zh-CN" dirty="0"/>
              <a:t>（</a:t>
            </a:r>
            <a:r>
              <a:rPr lang="en-US" altLang="zh-CN" dirty="0"/>
              <a:t>3</a:t>
            </a:r>
            <a:r>
              <a:rPr lang="zh-CN" altLang="zh-CN" dirty="0"/>
              <a:t>）接入层一般不提供路由功能。</a:t>
            </a:r>
          </a:p>
          <a:p>
            <a:pPr marL="457200" lvl="1" indent="-274320">
              <a:buNone/>
            </a:pPr>
            <a:r>
              <a:rPr lang="zh-CN" altLang="zh-CN" dirty="0"/>
              <a:t>（</a:t>
            </a:r>
            <a:r>
              <a:rPr lang="en-US" altLang="zh-CN" dirty="0"/>
              <a:t>4</a:t>
            </a:r>
            <a:r>
              <a:rPr lang="zh-CN" altLang="zh-CN" dirty="0"/>
              <a:t>）要求设备具有良好的扩展性。</a:t>
            </a:r>
          </a:p>
          <a:p>
            <a:pPr marL="457200" lvl="1" indent="-274320">
              <a:buNone/>
            </a:pPr>
            <a:r>
              <a:rPr lang="zh-CN" altLang="zh-CN" dirty="0"/>
              <a:t>（</a:t>
            </a:r>
            <a:r>
              <a:rPr lang="en-US" altLang="zh-CN" dirty="0"/>
              <a:t>5</a:t>
            </a:r>
            <a:r>
              <a:rPr lang="zh-CN" altLang="zh-CN" dirty="0"/>
              <a:t>）用户集中环境交换机提供堆叠功能。</a:t>
            </a:r>
          </a:p>
          <a:p>
            <a:pPr marL="457200" lvl="1" indent="-274320">
              <a:buNone/>
            </a:pPr>
            <a:r>
              <a:rPr lang="zh-CN" altLang="zh-CN" dirty="0"/>
              <a:t>（</a:t>
            </a:r>
            <a:r>
              <a:rPr lang="en-US" altLang="zh-CN" dirty="0"/>
              <a:t>6</a:t>
            </a:r>
            <a:r>
              <a:rPr lang="zh-CN" altLang="zh-CN" dirty="0"/>
              <a:t>）防止网络信号循环。</a:t>
            </a:r>
          </a:p>
          <a:p>
            <a:pPr marL="457200" lvl="1" indent="-274320" eaLnBrk="1" hangingPunct="1"/>
            <a:endParaRPr lang="zh-CN" alt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90"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3.3  </a:t>
            </a:r>
            <a:r>
              <a:rPr lang="zh-CN" altLang="en-US"/>
              <a:t>网络设计模型</a:t>
            </a:r>
          </a:p>
        </p:txBody>
      </p:sp>
      <p:sp>
        <p:nvSpPr>
          <p:cNvPr id="1049091" name="Rectangle 3"/>
          <p:cNvSpPr>
            <a:spLocks noGrp="1"/>
          </p:cNvSpPr>
          <p:nvPr>
            <p:ph idx="1"/>
          </p:nvPr>
        </p:nvSpPr>
        <p:spPr>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buFontTx/>
              <a:buNone/>
            </a:pPr>
            <a:r>
              <a:rPr lang="en-US" altLang="zh-CN" b="1" dirty="0"/>
              <a:t>3</a:t>
            </a:r>
            <a:r>
              <a:rPr lang="zh-CN" altLang="en-US" b="1" dirty="0"/>
              <a:t>．接入层功能设计</a:t>
            </a:r>
          </a:p>
          <a:p>
            <a:pPr lvl="0" eaLnBrk="1" hangingPunct="1"/>
            <a:r>
              <a:rPr lang="en-US" altLang="zh-CN" dirty="0" err="1"/>
              <a:t>交换机端口密度是否满足用户需求</a:t>
            </a:r>
            <a:r>
              <a:rPr lang="en-US" altLang="zh-CN" dirty="0"/>
              <a:t>；</a:t>
            </a:r>
          </a:p>
          <a:p>
            <a:pPr lvl="0" eaLnBrk="1" hangingPunct="1"/>
            <a:r>
              <a:rPr lang="en-US" altLang="zh-CN" dirty="0" err="1"/>
              <a:t>交换机上行链路采用光口还是电口</a:t>
            </a:r>
            <a:r>
              <a:rPr lang="en-US" altLang="zh-CN" dirty="0"/>
              <a:t>；</a:t>
            </a:r>
          </a:p>
          <a:p>
            <a:pPr lvl="0" eaLnBrk="1" hangingPunct="1"/>
            <a:r>
              <a:rPr lang="en-US" altLang="zh-CN" dirty="0" err="1"/>
              <a:t>交换机端口是否为今后的扩展保留了冗余端口</a:t>
            </a:r>
            <a:r>
              <a:rPr lang="en-US" altLang="zh-CN" dirty="0"/>
              <a:t>；</a:t>
            </a:r>
          </a:p>
          <a:p>
            <a:pPr lvl="0" eaLnBrk="1" hangingPunct="1"/>
            <a:r>
              <a:rPr lang="en-US" altLang="zh-CN" dirty="0" err="1"/>
              <a:t>交换机是否支持链路聚合</a:t>
            </a:r>
            <a:r>
              <a:rPr lang="en-US" altLang="zh-CN" dirty="0"/>
              <a:t>；</a:t>
            </a:r>
          </a:p>
          <a:p>
            <a:pPr lvl="0" eaLnBrk="1" hangingPunct="1"/>
            <a:r>
              <a:rPr lang="en-US" altLang="zh-CN" dirty="0"/>
              <a:t>接入层往往采用固定式2</a:t>
            </a:r>
            <a:r>
              <a:rPr lang="zh-CN" altLang="en-US" dirty="0"/>
              <a:t>层交换机。</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95"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3.3  </a:t>
            </a:r>
            <a:r>
              <a:rPr lang="zh-CN" altLang="en-US"/>
              <a:t>网络设计模型</a:t>
            </a:r>
          </a:p>
        </p:txBody>
      </p:sp>
      <p:sp>
        <p:nvSpPr>
          <p:cNvPr id="1049096" name="Rectangle 3"/>
          <p:cNvSpPr>
            <a:spLocks noGrp="1"/>
          </p:cNvSpPr>
          <p:nvPr>
            <p:ph idx="1"/>
          </p:nvPr>
        </p:nvSpPr>
        <p:spPr>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buFontTx/>
              <a:buNone/>
            </a:pPr>
            <a:r>
              <a:rPr lang="en-US" altLang="zh-CN" b="1" dirty="0"/>
              <a:t>4</a:t>
            </a:r>
            <a:r>
              <a:rPr lang="zh-CN" altLang="en-US" b="1" dirty="0"/>
              <a:t>．接入层性能设计</a:t>
            </a:r>
          </a:p>
          <a:p>
            <a:pPr lvl="0" eaLnBrk="1" hangingPunct="1"/>
            <a:r>
              <a:rPr lang="zh-CN" altLang="en-US" dirty="0"/>
              <a:t>利用</a:t>
            </a:r>
            <a:r>
              <a:rPr lang="en-US" altLang="zh-CN" dirty="0">
                <a:solidFill>
                  <a:srgbClr val="FF0000"/>
                </a:solidFill>
                <a:effectLst>
                  <a:outerShdw blurRad="38100" dist="38100" dir="2700000" algn="tl">
                    <a:srgbClr val="C0C0C0"/>
                  </a:outerShdw>
                </a:effectLst>
              </a:rPr>
              <a:t>VLAN</a:t>
            </a:r>
            <a:r>
              <a:rPr lang="zh-CN" altLang="en-US" dirty="0"/>
              <a:t>划分等技术隔离网络广播风暴。</a:t>
            </a:r>
          </a:p>
          <a:p>
            <a:pPr lvl="0" eaLnBrk="1" hangingPunct="1"/>
            <a:endParaRPr lang="zh-CN" altLang="en-US" dirty="0"/>
          </a:p>
          <a:p>
            <a:pPr lvl="0" eaLnBrk="1" hangingPunct="1"/>
            <a:r>
              <a:rPr lang="zh-CN" altLang="en-US" dirty="0"/>
              <a:t>交换机上行端口的传输速率应当比下行端口高出</a:t>
            </a:r>
            <a:r>
              <a:rPr lang="en-US" altLang="zh-CN" dirty="0"/>
              <a:t>1</a:t>
            </a:r>
            <a:r>
              <a:rPr lang="zh-CN" altLang="en-US" dirty="0"/>
              <a:t>个数量级。</a:t>
            </a:r>
          </a:p>
          <a:p>
            <a:pPr lvl="0" eaLnBrk="1" hangingPunct="1"/>
            <a:endParaRPr lang="zh-CN" altLang="en-US" dirty="0"/>
          </a:p>
          <a:p>
            <a:pPr lvl="0" eaLnBrk="1" hangingPunct="1"/>
            <a:r>
              <a:rPr lang="zh-CN" altLang="en-US" dirty="0"/>
              <a:t>交换机之间的距离小于</a:t>
            </a:r>
            <a:r>
              <a:rPr lang="en-US" altLang="zh-CN" dirty="0"/>
              <a:t>100m</a:t>
            </a:r>
            <a:r>
              <a:rPr lang="zh-CN" altLang="en-US" dirty="0"/>
              <a:t>时，可以采用双绞线相连；如果交换机之间相距较远，可以采用光电收发器进行信号转换和传输。</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00"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3.3  </a:t>
            </a:r>
            <a:r>
              <a:rPr lang="zh-CN" altLang="en-US"/>
              <a:t>网络设计模型</a:t>
            </a:r>
          </a:p>
        </p:txBody>
      </p:sp>
      <p:sp>
        <p:nvSpPr>
          <p:cNvPr id="1049101" name="Rectangle 3"/>
          <p:cNvSpPr>
            <a:spLocks noGrp="1"/>
          </p:cNvSpPr>
          <p:nvPr>
            <p:ph idx="1"/>
          </p:nvPr>
        </p:nvSpPr>
        <p:spPr>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buFontTx/>
              <a:buNone/>
            </a:pPr>
            <a:r>
              <a:rPr lang="en-US" altLang="zh-CN" b="1" dirty="0"/>
              <a:t>5</a:t>
            </a:r>
            <a:r>
              <a:rPr lang="zh-CN" altLang="en-US" b="1" dirty="0"/>
              <a:t>．接入层安全设计</a:t>
            </a:r>
          </a:p>
          <a:p>
            <a:pPr lvl="0" eaLnBrk="1" hangingPunct="1"/>
            <a:r>
              <a:rPr lang="en-US" altLang="zh-CN" dirty="0" err="1"/>
              <a:t>可以将每个端口划分为一个独立的VLAN</a:t>
            </a:r>
            <a:r>
              <a:rPr lang="zh-CN" altLang="en-US" dirty="0"/>
              <a:t>分组，这样就可以控制各个用户终端之间的互访，从而保证每个用户数据的安全。</a:t>
            </a:r>
          </a:p>
          <a:p>
            <a:pPr lvl="0" eaLnBrk="1" hangingPunct="1"/>
            <a:endParaRPr lang="en-US" altLang="zh-CN" dirty="0"/>
          </a:p>
          <a:p>
            <a:pPr lvl="0" eaLnBrk="1" hangingPunct="1"/>
            <a:r>
              <a:rPr lang="zh-CN" altLang="en-US" dirty="0"/>
              <a:t>接入层交换机应能提供端口</a:t>
            </a:r>
            <a:r>
              <a:rPr lang="en-US" altLang="zh-CN" dirty="0"/>
              <a:t>MAC</a:t>
            </a:r>
            <a:r>
              <a:rPr lang="zh-CN" altLang="en-US" dirty="0"/>
              <a:t>地址绑定；端口静态</a:t>
            </a:r>
            <a:r>
              <a:rPr lang="en-US" altLang="zh-CN" dirty="0"/>
              <a:t>MAC</a:t>
            </a:r>
            <a:r>
              <a:rPr lang="zh-CN" altLang="en-US" dirty="0"/>
              <a:t>地址过滤；任意端口屏蔽等功能，以确保网络运行安全。</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05"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3.3  </a:t>
            </a:r>
            <a:r>
              <a:rPr lang="zh-CN" altLang="en-US"/>
              <a:t>网络设计模型</a:t>
            </a:r>
          </a:p>
        </p:txBody>
      </p:sp>
      <p:sp>
        <p:nvSpPr>
          <p:cNvPr id="1049106" name="Rectangle 3"/>
          <p:cNvSpPr>
            <a:spLocks noGrp="1"/>
          </p:cNvSpPr>
          <p:nvPr>
            <p:ph idx="1"/>
          </p:nvPr>
        </p:nvSpPr>
        <p:spPr>
          <a:prstGeom prst="rect">
            <a:avLst/>
          </a:prstGeom>
          <a:noFill/>
          <a:ln>
            <a:noFill/>
          </a:ln>
        </p:spPr>
        <p:txBody>
          <a:bodyPr vert="horz" lIns="91440" tIns="45720" rIns="91440" bIns="45720" rtlCol="0" anchor="t">
            <a:normAutofit lnSpcReduction="10000"/>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buFontTx/>
              <a:buNone/>
            </a:pPr>
            <a:r>
              <a:rPr lang="en-US" altLang="zh-CN" b="1" dirty="0"/>
              <a:t>6</a:t>
            </a:r>
            <a:r>
              <a:rPr lang="zh-CN" altLang="en-US" b="1" dirty="0"/>
              <a:t>．接入层可靠性设计</a:t>
            </a:r>
          </a:p>
          <a:p>
            <a:pPr lvl="0" eaLnBrk="1" hangingPunct="1"/>
            <a:r>
              <a:rPr lang="en-US" altLang="zh-CN" dirty="0" err="1"/>
              <a:t>接入层设备大多放置在楼道中，因此设备应该对恶劣环境有良好的抵抗力</a:t>
            </a:r>
            <a:r>
              <a:rPr lang="en-US" altLang="zh-CN" dirty="0"/>
              <a:t>。</a:t>
            </a:r>
          </a:p>
          <a:p>
            <a:pPr lvl="0" eaLnBrk="1" hangingPunct="1"/>
            <a:endParaRPr lang="zh-CN" altLang="en-US" dirty="0"/>
          </a:p>
          <a:p>
            <a:pPr lvl="0" eaLnBrk="1" hangingPunct="1"/>
            <a:r>
              <a:rPr lang="zh-CN" altLang="en-US" dirty="0"/>
              <a:t>建筑物的设备间空间有限，因此网络设备的尺寸也是一个不可忽略的问题。</a:t>
            </a:r>
          </a:p>
          <a:p>
            <a:pPr lvl="0" eaLnBrk="1" hangingPunct="1"/>
            <a:endParaRPr lang="zh-CN" altLang="en-US" dirty="0"/>
          </a:p>
          <a:p>
            <a:pPr lvl="0" eaLnBrk="1" hangingPunct="1"/>
            <a:r>
              <a:rPr lang="zh-CN" altLang="en-US" dirty="0"/>
              <a:t>室外设备应设置在地理位置较稳定的区域，不易受以后基建工程建设的影响，同时尽量避开外部电磁干扰、高温、腐蚀和易燃易爆区的影响。</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10"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3.3  </a:t>
            </a:r>
            <a:r>
              <a:rPr lang="zh-CN" altLang="en-US"/>
              <a:t>网络设计模型</a:t>
            </a:r>
          </a:p>
        </p:txBody>
      </p:sp>
      <p:sp>
        <p:nvSpPr>
          <p:cNvPr id="1049111" name="Rectangle 3"/>
          <p:cNvSpPr>
            <a:spLocks noGrp="1"/>
          </p:cNvSpPr>
          <p:nvPr>
            <p:ph idx="1"/>
          </p:nvPr>
        </p:nvSpPr>
        <p:spPr>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buFontTx/>
              <a:buNone/>
            </a:pPr>
            <a:r>
              <a:rPr lang="en-US" altLang="zh-CN" b="1" dirty="0"/>
              <a:t>7</a:t>
            </a:r>
            <a:r>
              <a:rPr lang="zh-CN" altLang="en-US" b="1" dirty="0"/>
              <a:t>．接入层网络管理设计</a:t>
            </a:r>
          </a:p>
          <a:p>
            <a:pPr lvl="0" eaLnBrk="1" hangingPunct="1"/>
            <a:r>
              <a:rPr lang="en-US" altLang="zh-CN" dirty="0" err="1"/>
              <a:t>接入点一般距网络中心较远，而且节点分散，数量众多，接入设备良好的可管理性将大大降低网络运营成本。因此可以选用可网管的交换机</a:t>
            </a:r>
            <a:r>
              <a:rPr lang="en-US" altLang="zh-CN" dirty="0"/>
              <a:t>。</a:t>
            </a:r>
          </a:p>
          <a:p>
            <a:pPr lvl="0" eaLnBrk="1" hangingPunct="1"/>
            <a:endParaRPr lang="zh-CN" altLang="en-US" dirty="0"/>
          </a:p>
          <a:p>
            <a:pPr lvl="0" eaLnBrk="1" hangingPunct="1"/>
            <a:r>
              <a:rPr lang="zh-CN" altLang="en-US" dirty="0"/>
              <a:t>接入层网络管理还必须解决不同厂商设备组网下的网络管理问题。</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15"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3.3  </a:t>
            </a:r>
            <a:r>
              <a:rPr lang="zh-CN" altLang="en-US"/>
              <a:t>网络设计模型</a:t>
            </a:r>
          </a:p>
        </p:txBody>
      </p:sp>
      <p:sp>
        <p:nvSpPr>
          <p:cNvPr id="1049116" name="Rectangle 3"/>
          <p:cNvSpPr>
            <a:spLocks noGrp="1"/>
          </p:cNvSpPr>
          <p:nvPr>
            <p:ph idx="1"/>
          </p:nvPr>
        </p:nvSpPr>
        <p:spPr>
          <a:prstGeom prst="rect">
            <a:avLst/>
          </a:prstGeom>
          <a:noFill/>
          <a:ln>
            <a:noFill/>
          </a:ln>
        </p:spPr>
        <p:txBody>
          <a:bodyPr vert="horz" lIns="91440" tIns="45720" rIns="91440" bIns="45720" rtlCol="0" anchor="t">
            <a:normAutofit lnSpcReduction="10000"/>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buFontTx/>
              <a:buNone/>
            </a:pPr>
            <a:r>
              <a:rPr lang="en-US" altLang="zh-CN" sz="3200" b="1">
                <a:solidFill>
                  <a:srgbClr val="0000FF"/>
                </a:solidFill>
              </a:rPr>
              <a:t>3.3.2  </a:t>
            </a:r>
            <a:r>
              <a:rPr lang="zh-CN" altLang="en-US" sz="3200" b="1">
                <a:solidFill>
                  <a:srgbClr val="0000FF"/>
                </a:solidFill>
              </a:rPr>
              <a:t>汇聚层设计</a:t>
            </a:r>
          </a:p>
          <a:p>
            <a:pPr lvl="0" eaLnBrk="1" hangingPunct="1"/>
            <a:r>
              <a:rPr lang="zh-CN" altLang="en-US"/>
              <a:t>汇聚层主要功能</a:t>
            </a:r>
          </a:p>
          <a:p>
            <a:pPr lvl="1" eaLnBrk="1" hangingPunct="1"/>
            <a:r>
              <a:rPr lang="en-US" altLang="zh-CN"/>
              <a:t>链路聚合</a:t>
            </a:r>
          </a:p>
          <a:p>
            <a:pPr lvl="1" eaLnBrk="1" hangingPunct="1">
              <a:buFontTx/>
              <a:buNone/>
            </a:pPr>
            <a:r>
              <a:rPr lang="en-US" altLang="zh-CN"/>
              <a:t>   减少接入层与核心层之间的链路数。</a:t>
            </a:r>
          </a:p>
          <a:p>
            <a:pPr lvl="1" eaLnBrk="1" hangingPunct="1"/>
            <a:r>
              <a:rPr lang="en-US" altLang="zh-CN"/>
              <a:t>流量聚合</a:t>
            </a:r>
          </a:p>
          <a:p>
            <a:pPr lvl="1" eaLnBrk="1" hangingPunct="1">
              <a:buFontTx/>
              <a:buNone/>
            </a:pPr>
            <a:r>
              <a:rPr lang="en-US" altLang="zh-CN"/>
              <a:t>   将接入层低速链路转发到核心层。</a:t>
            </a:r>
          </a:p>
          <a:p>
            <a:pPr lvl="1" eaLnBrk="1" hangingPunct="1"/>
            <a:r>
              <a:rPr lang="en-US" altLang="zh-CN"/>
              <a:t>路由聚合</a:t>
            </a:r>
          </a:p>
          <a:p>
            <a:pPr lvl="1" eaLnBrk="1" hangingPunct="1">
              <a:buFontTx/>
              <a:buNone/>
            </a:pPr>
            <a:r>
              <a:rPr lang="en-US" altLang="zh-CN"/>
              <a:t>   减少核心层路由器中路由表的大小。</a:t>
            </a:r>
          </a:p>
          <a:p>
            <a:pPr lvl="1" eaLnBrk="1" hangingPunct="1"/>
            <a:r>
              <a:rPr lang="en-US" altLang="zh-CN"/>
              <a:t>主干链路管理</a:t>
            </a:r>
          </a:p>
          <a:p>
            <a:pPr lvl="1" eaLnBrk="1" hangingPunct="1">
              <a:buFontTx/>
              <a:buNone/>
            </a:pPr>
            <a:r>
              <a:rPr lang="en-US" altLang="zh-CN"/>
              <a:t>   流量控制、负载均衡、QoS</a:t>
            </a:r>
            <a:r>
              <a:rPr lang="zh-CN" altLang="en-US"/>
              <a:t>保证。</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20"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3.3  </a:t>
            </a:r>
            <a:r>
              <a:rPr lang="zh-CN" altLang="en-US"/>
              <a:t>网络设计模型</a:t>
            </a:r>
          </a:p>
        </p:txBody>
      </p:sp>
      <p:sp>
        <p:nvSpPr>
          <p:cNvPr id="1049121" name="Rectangle 3"/>
          <p:cNvSpPr>
            <a:spLocks noGrp="1"/>
          </p:cNvSpPr>
          <p:nvPr>
            <p:ph idx="1"/>
          </p:nvPr>
        </p:nvSpPr>
        <p:spPr>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1" eaLnBrk="1" hangingPunct="1"/>
            <a:r>
              <a:rPr lang="zh-CN" altLang="en-US"/>
              <a:t>广播域划分</a:t>
            </a:r>
          </a:p>
          <a:p>
            <a:pPr lvl="1" eaLnBrk="1" hangingPunct="1">
              <a:buFontTx/>
              <a:buNone/>
            </a:pPr>
            <a:r>
              <a:rPr lang="zh-CN" altLang="en-US"/>
              <a:t>   进行</a:t>
            </a:r>
            <a:r>
              <a:rPr lang="en-US" altLang="zh-CN"/>
              <a:t>VLAN</a:t>
            </a:r>
            <a:r>
              <a:rPr lang="zh-CN" altLang="en-US"/>
              <a:t>划分，定义广播域范围。</a:t>
            </a:r>
          </a:p>
          <a:p>
            <a:pPr lvl="1" eaLnBrk="1" hangingPunct="1"/>
            <a:r>
              <a:rPr lang="en-US" altLang="zh-CN"/>
              <a:t>VLAN</a:t>
            </a:r>
            <a:r>
              <a:rPr lang="zh-CN" altLang="en-US"/>
              <a:t>路由</a:t>
            </a:r>
          </a:p>
          <a:p>
            <a:pPr lvl="1" eaLnBrk="1" hangingPunct="1">
              <a:buFontTx/>
              <a:buNone/>
            </a:pPr>
            <a:r>
              <a:rPr lang="zh-CN" altLang="en-US"/>
              <a:t>   在汇聚层进行路由处理。</a:t>
            </a:r>
          </a:p>
          <a:p>
            <a:pPr lvl="1" eaLnBrk="1" hangingPunct="1"/>
            <a:r>
              <a:rPr lang="zh-CN" altLang="en-US"/>
              <a:t>隔离变化</a:t>
            </a:r>
          </a:p>
          <a:p>
            <a:pPr lvl="1" eaLnBrk="1" hangingPunct="1">
              <a:buFontTx/>
              <a:buNone/>
            </a:pPr>
            <a:r>
              <a:rPr lang="zh-CN" altLang="en-US"/>
              <a:t>   隔离接入层结构变化对核心层的影响。</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26" name="Rectangle 5"/>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3.3  </a:t>
            </a:r>
            <a:r>
              <a:rPr lang="zh-CN" altLang="en-US"/>
              <a:t>网络设计模型</a:t>
            </a:r>
          </a:p>
        </p:txBody>
      </p:sp>
      <p:sp>
        <p:nvSpPr>
          <p:cNvPr id="1049125" name="Rectangle 3"/>
          <p:cNvSpPr>
            <a:spLocks noGrp="1"/>
          </p:cNvSpPr>
          <p:nvPr>
            <p:ph idx="1"/>
          </p:nvPr>
        </p:nvSpPr>
        <p:spPr>
          <a:xfrm>
            <a:off x="911424" y="1412776"/>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汇聚层链路汇聚</a:t>
            </a:r>
          </a:p>
          <a:p>
            <a:pPr lvl="1" eaLnBrk="1" hangingPunct="1"/>
            <a:r>
              <a:rPr lang="zh-CN" altLang="en-US" dirty="0"/>
              <a:t>汇聚层将大量低速流量汇聚后，发送到核心层，以实现链路的收敛，提高网络传输效率。</a:t>
            </a:r>
          </a:p>
        </p:txBody>
      </p:sp>
      <p:pic>
        <p:nvPicPr>
          <p:cNvPr id="2097234" name="图片 2"/>
          <p:cNvPicPr>
            <a:picLocks/>
          </p:cNvPicPr>
          <p:nvPr/>
        </p:nvPicPr>
        <p:blipFill>
          <a:blip r:embed="rId5"/>
          <a:srcRect/>
          <a:stretch>
            <a:fillRect/>
          </a:stretch>
        </p:blipFill>
        <p:spPr>
          <a:xfrm>
            <a:off x="3503612" y="2833687"/>
            <a:ext cx="5688012" cy="3981450"/>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30"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3.3  </a:t>
            </a:r>
            <a:r>
              <a:rPr lang="zh-CN" altLang="en-US"/>
              <a:t>网络设计模型</a:t>
            </a:r>
          </a:p>
        </p:txBody>
      </p:sp>
      <p:sp>
        <p:nvSpPr>
          <p:cNvPr id="1049131" name="Rectangle 3"/>
          <p:cNvSpPr>
            <a:spLocks noGrp="1"/>
          </p:cNvSpPr>
          <p:nvPr>
            <p:ph idx="1"/>
          </p:nvPr>
        </p:nvSpPr>
        <p:spPr>
          <a:xfrm>
            <a:off x="839616" y="1484784"/>
            <a:ext cx="10515600" cy="4351338"/>
          </a:xfrm>
          <a:prstGeom prst="rect">
            <a:avLst/>
          </a:prstGeom>
          <a:noFill/>
          <a:ln>
            <a:noFill/>
          </a:ln>
        </p:spPr>
        <p:txBody>
          <a:bodyPr vert="horz" lIns="91440" tIns="45720" rIns="91440" bIns="45720" rtlCol="0" anchor="t">
            <a:normAutofit lnSpcReduction="10000"/>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b="1" dirty="0"/>
              <a:t>汇聚层交换机选择</a:t>
            </a:r>
          </a:p>
          <a:p>
            <a:pPr lvl="1" eaLnBrk="1" hangingPunct="1"/>
            <a:r>
              <a:rPr lang="en-US" altLang="zh-CN" dirty="0"/>
              <a:t>大多选用3</a:t>
            </a:r>
            <a:r>
              <a:rPr lang="zh-CN" altLang="en-US" dirty="0"/>
              <a:t>层交换机。</a:t>
            </a:r>
          </a:p>
          <a:p>
            <a:pPr lvl="1" eaLnBrk="1" hangingPunct="1"/>
            <a:r>
              <a:rPr lang="zh-CN" altLang="en-US" dirty="0"/>
              <a:t>在汇聚层采用</a:t>
            </a:r>
            <a:r>
              <a:rPr lang="en-US" altLang="zh-CN" dirty="0"/>
              <a:t>3</a:t>
            </a:r>
            <a:r>
              <a:rPr lang="zh-CN" altLang="en-US" dirty="0"/>
              <a:t>层交换机，可以减轻核心层交换机的路由压力，有效地进行路由流量的均衡。</a:t>
            </a:r>
          </a:p>
          <a:p>
            <a:pPr lvl="1" eaLnBrk="1" hangingPunct="1"/>
            <a:r>
              <a:rPr lang="zh-CN" altLang="en-US" dirty="0"/>
              <a:t>对突发流量大，控制要求高，需要</a:t>
            </a:r>
            <a:r>
              <a:rPr lang="en-US" altLang="zh-CN" dirty="0"/>
              <a:t>QoS</a:t>
            </a:r>
            <a:r>
              <a:rPr lang="zh-CN" altLang="en-US" dirty="0"/>
              <a:t>支持的应用，可选择高性能多层交换机。</a:t>
            </a:r>
          </a:p>
          <a:p>
            <a:pPr lvl="1" eaLnBrk="1" hangingPunct="1"/>
            <a:r>
              <a:rPr lang="zh-CN" altLang="en-US" dirty="0"/>
              <a:t>汇聚层选择</a:t>
            </a:r>
            <a:r>
              <a:rPr lang="en-US" altLang="zh-CN" dirty="0"/>
              <a:t>2</a:t>
            </a:r>
            <a:r>
              <a:rPr lang="zh-CN" altLang="en-US" dirty="0"/>
              <a:t>层交换机时，核心层交换机的路由压力会增加。</a:t>
            </a:r>
          </a:p>
          <a:p>
            <a:pPr lvl="1" eaLnBrk="1" hangingPunct="1"/>
            <a:r>
              <a:rPr lang="zh-CN" altLang="en-US" dirty="0"/>
              <a:t>园区网设计中，一般采用电口交换机设备。</a:t>
            </a:r>
          </a:p>
          <a:p>
            <a:pPr lvl="1" eaLnBrk="1" hangingPunct="1"/>
            <a:r>
              <a:rPr lang="zh-CN" altLang="en-US" dirty="0"/>
              <a:t>城域网汇聚层，由于网络流量大，传输距离远，一般采用全光口交换机。</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36" name="Rectangle 5"/>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3.3  </a:t>
            </a:r>
            <a:r>
              <a:rPr lang="zh-CN" altLang="en-US"/>
              <a:t>网络设计模型</a:t>
            </a:r>
          </a:p>
        </p:txBody>
      </p:sp>
      <p:sp>
        <p:nvSpPr>
          <p:cNvPr id="1049135" name="Rectangle 3"/>
          <p:cNvSpPr>
            <a:spLocks noGrp="1"/>
          </p:cNvSpPr>
          <p:nvPr>
            <p:ph idx="1"/>
          </p:nvPr>
        </p:nvSpPr>
        <p:spPr>
          <a:xfrm>
            <a:off x="911424" y="1340769"/>
            <a:ext cx="10585176" cy="3528392"/>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buFontTx/>
              <a:buNone/>
            </a:pPr>
            <a:r>
              <a:rPr lang="en-US" altLang="zh-CN" sz="3200" b="1" dirty="0">
                <a:solidFill>
                  <a:srgbClr val="0000FF"/>
                </a:solidFill>
              </a:rPr>
              <a:t>3.3.3  </a:t>
            </a:r>
            <a:r>
              <a:rPr lang="zh-CN" altLang="en-US" sz="3200" b="1" dirty="0">
                <a:solidFill>
                  <a:srgbClr val="0000FF"/>
                </a:solidFill>
              </a:rPr>
              <a:t>核心层设计</a:t>
            </a:r>
          </a:p>
          <a:p>
            <a:pPr lvl="0" eaLnBrk="1" hangingPunct="1"/>
            <a:r>
              <a:rPr lang="zh-CN" altLang="en-US" dirty="0"/>
              <a:t>核心层网络结构设计</a:t>
            </a:r>
          </a:p>
          <a:p>
            <a:pPr lvl="1" eaLnBrk="1" hangingPunct="1"/>
            <a:r>
              <a:rPr lang="zh-CN" altLang="en-US" dirty="0"/>
              <a:t>单中心结构常用于小规模局域网设计</a:t>
            </a:r>
          </a:p>
          <a:p>
            <a:pPr lvl="1" eaLnBrk="1" hangingPunct="1"/>
            <a:r>
              <a:rPr lang="zh-CN" altLang="en-US" dirty="0"/>
              <a:t>优点：结构简单，投资少，适用于网络流量不大，可靠性要求不高的局域网。</a:t>
            </a:r>
          </a:p>
          <a:p>
            <a:pPr lvl="1" eaLnBrk="1" hangingPunct="1"/>
            <a:r>
              <a:rPr lang="zh-CN" altLang="en-US" dirty="0"/>
              <a:t>缺点：这种结构将服务子网集中在核心层，这会导致核心层负载重，可靠性差。当核心层出现故障时，容易导致网络瘫痪。</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41" name="Rectangle 3"/>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3.3  </a:t>
            </a:r>
            <a:r>
              <a:rPr lang="zh-CN" altLang="en-US"/>
              <a:t>网络设计模型</a:t>
            </a:r>
          </a:p>
        </p:txBody>
      </p:sp>
      <p:sp>
        <p:nvSpPr>
          <p:cNvPr id="1049140" name="Rectangle 2"/>
          <p:cNvSpPr>
            <a:spLocks noGrp="1"/>
          </p:cNvSpPr>
          <p:nvPr>
            <p:ph idx="1"/>
          </p:nvPr>
        </p:nvSpPr>
        <p:spPr>
          <a:xfrm>
            <a:off x="695400" y="1341438"/>
            <a:ext cx="9910687" cy="5068887"/>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1" eaLnBrk="1" hangingPunct="1"/>
            <a:r>
              <a:rPr lang="zh-CN" altLang="en-US" dirty="0"/>
              <a:t>双中心结构常用于园区网设计</a:t>
            </a:r>
          </a:p>
          <a:p>
            <a:pPr lvl="1" eaLnBrk="1" hangingPunct="1"/>
            <a:r>
              <a:rPr lang="zh-CN" altLang="en-US" dirty="0"/>
              <a:t>优点：网络结构较为简单，实现了设备冗余和链路冗余，这提高了网络的可靠性，也可以很好地进行网络负载均衡。</a:t>
            </a:r>
          </a:p>
        </p:txBody>
      </p:sp>
      <p:pic>
        <p:nvPicPr>
          <p:cNvPr id="2097235" name="Picture 4" descr="图03-14 单中心拓扑结构"/>
          <p:cNvPicPr>
            <a:picLocks/>
          </p:cNvPicPr>
          <p:nvPr/>
        </p:nvPicPr>
        <p:blipFill>
          <a:blip r:embed="rId5"/>
          <a:srcRect/>
          <a:stretch>
            <a:fillRect/>
          </a:stretch>
        </p:blipFill>
        <p:spPr>
          <a:xfrm>
            <a:off x="2279651" y="3357562"/>
            <a:ext cx="3743325" cy="2990850"/>
          </a:xfrm>
          <a:prstGeom prst="rect">
            <a:avLst/>
          </a:prstGeom>
          <a:noFill/>
          <a:ln>
            <a:noFill/>
          </a:ln>
        </p:spPr>
      </p:pic>
      <p:pic>
        <p:nvPicPr>
          <p:cNvPr id="2097236" name="Picture 5" descr="图03-15 双中心拓扑结构"/>
          <p:cNvPicPr>
            <a:picLocks/>
          </p:cNvPicPr>
          <p:nvPr/>
        </p:nvPicPr>
        <p:blipFill>
          <a:blip r:embed="rId6"/>
          <a:srcRect/>
          <a:stretch>
            <a:fillRect/>
          </a:stretch>
        </p:blipFill>
        <p:spPr>
          <a:xfrm>
            <a:off x="6240463" y="3317875"/>
            <a:ext cx="3743325" cy="2990850"/>
          </a:xfrm>
          <a:prstGeom prst="rect">
            <a:avLst/>
          </a:prstGeom>
          <a:noFill/>
          <a:ln>
            <a:noFill/>
          </a:ln>
        </p:spPr>
      </p:pic>
      <p:sp>
        <p:nvSpPr>
          <p:cNvPr id="1049142" name="AutoShape 6"/>
          <p:cNvSpPr/>
          <p:nvPr/>
        </p:nvSpPr>
        <p:spPr>
          <a:xfrm>
            <a:off x="1992312" y="3429001"/>
            <a:ext cx="1655762" cy="720725"/>
          </a:xfrm>
          <a:prstGeom prst="wedgeRectCallout">
            <a:avLst>
              <a:gd name="adj1" fmla="val 67833"/>
              <a:gd name="adj2" fmla="val 16301"/>
            </a:avLst>
          </a:prstGeom>
          <a:solidFill>
            <a:srgbClr val="CCFFFF"/>
          </a:solidFill>
          <a:ln w="9525" cap="flat" cmpd="sng">
            <a:solidFill>
              <a:srgbClr val="FF0000">
                <a:alpha val="100000"/>
              </a:srgbClr>
            </a:solidFill>
            <a:prstDash val="solid"/>
            <a:round/>
          </a:ln>
        </p:spPr>
        <p:txBody>
          <a:bodyPr vert="horz" lIns="91440" tIns="45720" rIns="91440" bIns="45720" anchor="t"/>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hangingPunct="1"/>
            <a:r>
              <a:rPr lang="en-US" altLang="zh-CN" sz="2000" b="1">
                <a:solidFill>
                  <a:schemeClr val="hlink"/>
                </a:solidFill>
              </a:rPr>
              <a:t>[</a:t>
            </a:r>
            <a:r>
              <a:rPr lang="zh-CN" altLang="en-US" sz="2000" b="1">
                <a:solidFill>
                  <a:schemeClr val="hlink"/>
                </a:solidFill>
              </a:rPr>
              <a:t>图</a:t>
            </a:r>
            <a:r>
              <a:rPr lang="en-US" altLang="zh-CN" sz="2000" b="1">
                <a:solidFill>
                  <a:schemeClr val="hlink"/>
                </a:solidFill>
              </a:rPr>
              <a:t>P53] </a:t>
            </a:r>
          </a:p>
          <a:p>
            <a:pPr lvl="0" algn="ctr" eaLnBrk="1" hangingPunct="1"/>
            <a:r>
              <a:rPr lang="zh-CN" altLang="en-US" sz="2000" b="1">
                <a:solidFill>
                  <a:schemeClr val="hlink"/>
                </a:solidFill>
              </a:rPr>
              <a:t>单中心结构</a:t>
            </a:r>
          </a:p>
        </p:txBody>
      </p:sp>
      <p:sp>
        <p:nvSpPr>
          <p:cNvPr id="1049143" name="AutoShape 7"/>
          <p:cNvSpPr/>
          <p:nvPr/>
        </p:nvSpPr>
        <p:spPr>
          <a:xfrm>
            <a:off x="5448300" y="3429001"/>
            <a:ext cx="1655762" cy="720725"/>
          </a:xfrm>
          <a:prstGeom prst="wedgeRectCallout">
            <a:avLst>
              <a:gd name="adj1" fmla="val 62273"/>
              <a:gd name="adj2" fmla="val 20486"/>
            </a:avLst>
          </a:prstGeom>
          <a:solidFill>
            <a:srgbClr val="CCFFFF"/>
          </a:solidFill>
          <a:ln w="9525" cap="flat" cmpd="sng">
            <a:solidFill>
              <a:srgbClr val="FF0000">
                <a:alpha val="100000"/>
              </a:srgbClr>
            </a:solidFill>
            <a:prstDash val="solid"/>
            <a:round/>
          </a:ln>
        </p:spPr>
        <p:txBody>
          <a:bodyPr vert="horz" lIns="91440" tIns="45720" rIns="91440" bIns="45720" anchor="t"/>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hangingPunct="1"/>
            <a:r>
              <a:rPr lang="en-US" altLang="zh-CN" sz="2000" b="1">
                <a:solidFill>
                  <a:schemeClr val="hlink"/>
                </a:solidFill>
              </a:rPr>
              <a:t>[</a:t>
            </a:r>
            <a:r>
              <a:rPr lang="zh-CN" altLang="en-US" sz="2000" b="1">
                <a:solidFill>
                  <a:schemeClr val="hlink"/>
                </a:solidFill>
              </a:rPr>
              <a:t>图</a:t>
            </a:r>
            <a:r>
              <a:rPr lang="en-US" altLang="zh-CN" sz="2000" b="1">
                <a:solidFill>
                  <a:schemeClr val="hlink"/>
                </a:solidFill>
              </a:rPr>
              <a:t>P53] </a:t>
            </a:r>
          </a:p>
          <a:p>
            <a:pPr lvl="0" algn="ctr" eaLnBrk="1" hangingPunct="1"/>
            <a:r>
              <a:rPr lang="zh-CN" altLang="en-US" sz="2000" b="1">
                <a:solidFill>
                  <a:schemeClr val="hlink"/>
                </a:solidFill>
              </a:rPr>
              <a:t>双中心结构</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48" name="Rectangle 3"/>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3.3  </a:t>
            </a:r>
            <a:r>
              <a:rPr lang="zh-CN" altLang="en-US"/>
              <a:t>网络设计模型</a:t>
            </a:r>
          </a:p>
        </p:txBody>
      </p:sp>
      <p:sp>
        <p:nvSpPr>
          <p:cNvPr id="1049147" name="Rectangle 2"/>
          <p:cNvSpPr>
            <a:spLocks noGrp="1"/>
          </p:cNvSpPr>
          <p:nvPr>
            <p:ph idx="1"/>
          </p:nvPr>
        </p:nvSpPr>
        <p:spPr>
          <a:xfrm>
            <a:off x="1919287" y="1341438"/>
            <a:ext cx="8686800" cy="5068887"/>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en-US" altLang="zh-CN"/>
              <a:t>[</a:t>
            </a:r>
            <a:r>
              <a:rPr lang="zh-CN" altLang="en-US"/>
              <a:t>案例</a:t>
            </a:r>
            <a:r>
              <a:rPr lang="en-US" altLang="zh-CN"/>
              <a:t>] </a:t>
            </a:r>
            <a:r>
              <a:rPr lang="zh-CN" altLang="en-US"/>
              <a:t>双中心网络结构</a:t>
            </a:r>
          </a:p>
        </p:txBody>
      </p:sp>
      <p:pic>
        <p:nvPicPr>
          <p:cNvPr id="2097237" name="Picture 8" descr="图片14"/>
          <p:cNvPicPr>
            <a:picLocks/>
          </p:cNvPicPr>
          <p:nvPr/>
        </p:nvPicPr>
        <p:blipFill>
          <a:blip r:embed="rId5"/>
          <a:srcRect/>
          <a:stretch>
            <a:fillRect/>
          </a:stretch>
        </p:blipFill>
        <p:spPr>
          <a:xfrm>
            <a:off x="2927350" y="1944688"/>
            <a:ext cx="6337300" cy="4364037"/>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53" name="Rectangle 3"/>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3.3  </a:t>
            </a:r>
            <a:r>
              <a:rPr lang="zh-CN" altLang="en-US"/>
              <a:t>网络设计模型</a:t>
            </a:r>
          </a:p>
        </p:txBody>
      </p:sp>
      <p:sp>
        <p:nvSpPr>
          <p:cNvPr id="1049152" name="Rectangle 2"/>
          <p:cNvSpPr>
            <a:spLocks noGrp="1"/>
          </p:cNvSpPr>
          <p:nvPr>
            <p:ph idx="1"/>
          </p:nvPr>
        </p:nvSpPr>
        <p:spPr>
          <a:xfrm>
            <a:off x="838200" y="1341439"/>
            <a:ext cx="10946432" cy="3383706"/>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marL="533400" indent="-533400" eaLnBrk="1" hangingPunct="1"/>
            <a:r>
              <a:rPr lang="zh-CN" altLang="en-US" b="1" dirty="0"/>
              <a:t>核心层性能设计策略</a:t>
            </a:r>
          </a:p>
          <a:p>
            <a:pPr marL="990600" lvl="1" indent="-594360" eaLnBrk="1" hangingPunct="1"/>
            <a:r>
              <a:rPr lang="en-US" altLang="zh-CN" dirty="0" err="1"/>
              <a:t>采用高带宽网络技术</a:t>
            </a:r>
            <a:r>
              <a:rPr lang="en-US" altLang="zh-CN" dirty="0"/>
              <a:t>。</a:t>
            </a:r>
          </a:p>
          <a:p>
            <a:pPr marL="990600" lvl="1" indent="-594360" eaLnBrk="1" hangingPunct="1"/>
            <a:r>
              <a:rPr lang="en-US" altLang="zh-CN" dirty="0" err="1"/>
              <a:t>禁止采用任何降低核心层设备处理能力，或增加数据包交换延迟的方法</a:t>
            </a:r>
            <a:r>
              <a:rPr lang="en-US" altLang="zh-CN" dirty="0"/>
              <a:t>。</a:t>
            </a:r>
          </a:p>
          <a:p>
            <a:pPr marL="990600" lvl="1" indent="-594360" eaLnBrk="1" hangingPunct="1"/>
            <a:r>
              <a:rPr lang="en-US" altLang="zh-CN" dirty="0" err="1"/>
              <a:t>任何形式的策略必须在核心层外执行，如数据包的过滤和复杂的QoS</a:t>
            </a:r>
            <a:r>
              <a:rPr lang="zh-CN" altLang="en-US" dirty="0"/>
              <a:t>处理等。</a:t>
            </a:r>
          </a:p>
          <a:p>
            <a:pPr marL="990600" lvl="1" indent="-594360" eaLnBrk="1" hangingPunct="1"/>
            <a:r>
              <a:rPr lang="zh-CN" altLang="en-US" dirty="0"/>
              <a:t>一般采用高性能的多层模块化交换机。</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58" name="Rectangle 3"/>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3.3  </a:t>
            </a:r>
            <a:r>
              <a:rPr lang="zh-CN" altLang="en-US"/>
              <a:t>网络设计模型</a:t>
            </a:r>
          </a:p>
        </p:txBody>
      </p:sp>
      <p:sp>
        <p:nvSpPr>
          <p:cNvPr id="1049157" name="Rectangle 2"/>
          <p:cNvSpPr>
            <a:spLocks noGrp="1"/>
          </p:cNvSpPr>
          <p:nvPr>
            <p:ph idx="1"/>
          </p:nvPr>
        </p:nvSpPr>
        <p:spPr>
          <a:xfrm>
            <a:off x="767408" y="1341439"/>
            <a:ext cx="11089232" cy="3095674"/>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b="1" dirty="0"/>
              <a:t>核心层路由设计策略</a:t>
            </a:r>
          </a:p>
          <a:p>
            <a:pPr lvl="1" eaLnBrk="1" hangingPunct="1"/>
            <a:r>
              <a:rPr lang="zh-CN" altLang="en-US" dirty="0"/>
              <a:t>尽量减少核心层路由器配置的复杂程度</a:t>
            </a:r>
          </a:p>
          <a:p>
            <a:pPr lvl="1" eaLnBrk="1" hangingPunct="1"/>
            <a:r>
              <a:rPr lang="zh-CN" altLang="en-US" dirty="0"/>
              <a:t>使用路由器分组优化特性</a:t>
            </a:r>
          </a:p>
          <a:p>
            <a:pPr lvl="1" eaLnBrk="1" hangingPunct="1"/>
            <a:r>
              <a:rPr lang="zh-CN" altLang="en-US" dirty="0"/>
              <a:t>不应使用默认路径来到达内部主机</a:t>
            </a:r>
          </a:p>
          <a:p>
            <a:pPr lvl="1" eaLnBrk="1" hangingPunct="1"/>
            <a:r>
              <a:rPr lang="zh-CN" altLang="en-US" dirty="0"/>
              <a:t>可采用默认路径来到达外部主机</a:t>
            </a:r>
          </a:p>
          <a:p>
            <a:pPr lvl="1" eaLnBrk="1" hangingPunct="1"/>
            <a:r>
              <a:rPr lang="zh-CN" altLang="en-US" dirty="0"/>
              <a:t>可利用路由聚合来减少核心层路由表的大小。</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62" name="Rectangle 3"/>
          <p:cNvSpPr>
            <a:spLocks noGrp="1"/>
          </p:cNvSpPr>
          <p:nvPr>
            <p:ph type="body" sz="half" idx="1"/>
          </p:nvPr>
        </p:nvSpPr>
        <p:spPr>
          <a:xfrm>
            <a:off x="1758156" y="2060848"/>
            <a:ext cx="8675688" cy="1512168"/>
          </a:xfrm>
          <a:prstGeom prst="rect">
            <a:avLst/>
          </a:prstGeom>
          <a:noFill/>
          <a:ln>
            <a:noFill/>
          </a:ln>
        </p:spPr>
        <p:txBody>
          <a:bodyPr vert="horz" lIns="91440" tIns="45720" rIns="91440" bIns="45720" rtlCol="0" anchor="t">
            <a:normAutofit/>
          </a:bodyPr>
          <a:lstStyle>
            <a:lvl1pPr marL="342900" indent="-342900">
              <a:lnSpc>
                <a:spcPct val="90000"/>
              </a:lnSpc>
              <a:spcBef>
                <a:spcPct val="0"/>
              </a:spcBef>
              <a:spcAft>
                <a:spcPct val="20000"/>
              </a:spcAft>
              <a:buBlip>
                <a:blip r:embed="rId3"/>
              </a:buBlip>
              <a:defRPr sz="2400">
                <a:solidFill>
                  <a:srgbClr val="000099"/>
                </a:solidFill>
              </a:defRPr>
            </a:lvl1pPr>
            <a:lvl2pPr marL="742950" indent="-285750">
              <a:lnSpc>
                <a:spcPct val="90000"/>
              </a:lnSpc>
              <a:spcBef>
                <a:spcPct val="0"/>
              </a:spcBef>
              <a:spcAft>
                <a:spcPct val="20000"/>
              </a:spcAft>
              <a:buBlip>
                <a:blip r:embed="rId4"/>
              </a:buBlip>
              <a:defRPr sz="2400">
                <a:solidFill>
                  <a:srgbClr val="000099"/>
                </a:solidFill>
              </a:defRPr>
            </a:lvl2pPr>
            <a:lvl3pPr marL="1143000" indent="-228600">
              <a:lnSpc>
                <a:spcPct val="90000"/>
              </a:lnSpc>
              <a:spcBef>
                <a:spcPct val="0"/>
              </a:spcBef>
              <a:spcAft>
                <a:spcPct val="20000"/>
              </a:spcAft>
              <a:buBlip>
                <a:blip r:embed="rId5"/>
              </a:buBlip>
              <a:defRPr sz="2000">
                <a:solidFill>
                  <a:srgbClr val="008000"/>
                </a:solidFill>
              </a:defRPr>
            </a:lvl3pPr>
            <a:lvl4pPr marL="1600200" indent="-228600">
              <a:lnSpc>
                <a:spcPct val="90000"/>
              </a:lnSpc>
              <a:spcBef>
                <a:spcPct val="0"/>
              </a:spcBef>
              <a:spcAft>
                <a:spcPct val="20000"/>
              </a:spcAft>
              <a:buBlip>
                <a:blip r:embed="rId5"/>
              </a:buBlip>
              <a:defRPr sz="1800">
                <a:solidFill>
                  <a:srgbClr val="800000"/>
                </a:solidFill>
              </a:defRPr>
            </a:lvl4pPr>
            <a:lvl5pPr marL="2057400" indent="-228600">
              <a:lnSpc>
                <a:spcPct val="90000"/>
              </a:lnSpc>
              <a:spcBef>
                <a:spcPct val="0"/>
              </a:spcBef>
              <a:spcAft>
                <a:spcPct val="20000"/>
              </a:spcAft>
              <a:buBlip>
                <a:blip r:embed="rId5"/>
              </a:buBlip>
              <a:defRPr sz="1600">
                <a:solidFill>
                  <a:srgbClr val="003399"/>
                </a:solidFill>
              </a:defRPr>
            </a:lvl5pPr>
          </a:lstStyle>
          <a:p>
            <a:pPr lvl="0" algn="ctr" eaLnBrk="1" hangingPunct="1">
              <a:buFontTx/>
              <a:buNone/>
            </a:pPr>
            <a:r>
              <a:rPr lang="zh-CN" altLang="en-US" sz="3600" b="1" dirty="0">
                <a:solidFill>
                  <a:srgbClr val="FF0066"/>
                </a:solidFill>
                <a:effectLst>
                  <a:outerShdw blurRad="38100" dist="38100" dir="2700000" algn="tl">
                    <a:srgbClr val="C0C0C0"/>
                  </a:outerShdw>
                </a:effectLst>
              </a:rPr>
              <a:t>3.4  网络结构分析</a:t>
            </a:r>
          </a:p>
        </p:txBody>
      </p:sp>
    </p:spTree>
  </p:cSld>
  <p:clrMapOvr>
    <a:masterClrMapping/>
  </p:clrMapOvr>
  <p:transition spd="slow">
    <p:zoom/>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69"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3.4  </a:t>
            </a:r>
            <a:r>
              <a:rPr lang="zh-CN" altLang="en-US"/>
              <a:t>网络结构分析</a:t>
            </a:r>
          </a:p>
        </p:txBody>
      </p:sp>
      <p:sp>
        <p:nvSpPr>
          <p:cNvPr id="1049170" name="Rectangle 3"/>
          <p:cNvSpPr>
            <a:spLocks noGrp="1"/>
          </p:cNvSpPr>
          <p:nvPr>
            <p:ph idx="1"/>
          </p:nvPr>
        </p:nvSpPr>
        <p:spPr>
          <a:xfrm>
            <a:off x="844806" y="1484784"/>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buFontTx/>
              <a:buNone/>
            </a:pPr>
            <a:r>
              <a:rPr lang="en-US" altLang="zh-CN" sz="3200" b="1" dirty="0">
                <a:solidFill>
                  <a:srgbClr val="0000FF"/>
                </a:solidFill>
              </a:rPr>
              <a:t>3.4.1  </a:t>
            </a:r>
            <a:r>
              <a:rPr lang="zh-CN" altLang="en-US" sz="3200" b="1" dirty="0">
                <a:solidFill>
                  <a:srgbClr val="0000FF"/>
                </a:solidFill>
              </a:rPr>
              <a:t>服务子网结构设计</a:t>
            </a:r>
          </a:p>
          <a:p>
            <a:pPr lvl="0" eaLnBrk="1" hangingPunct="1"/>
            <a:r>
              <a:rPr lang="zh-CN" altLang="en-US" dirty="0"/>
              <a:t>局域网服务类型：</a:t>
            </a:r>
          </a:p>
          <a:p>
            <a:pPr lvl="1" eaLnBrk="1" hangingPunct="1"/>
            <a:r>
              <a:rPr lang="en-US" altLang="zh-CN" dirty="0" err="1"/>
              <a:t>通用服务</a:t>
            </a:r>
            <a:endParaRPr lang="en-US" altLang="zh-CN" dirty="0"/>
          </a:p>
          <a:p>
            <a:pPr lvl="1" eaLnBrk="1" hangingPunct="1">
              <a:buFontTx/>
              <a:buNone/>
            </a:pPr>
            <a:r>
              <a:rPr lang="en-US" altLang="zh-CN" dirty="0"/>
              <a:t>    DNS</a:t>
            </a:r>
            <a:r>
              <a:rPr lang="zh-CN" altLang="en-US" dirty="0"/>
              <a:t>、</a:t>
            </a:r>
            <a:r>
              <a:rPr lang="en-US" altLang="zh-CN" dirty="0"/>
              <a:t>Web</a:t>
            </a:r>
            <a:r>
              <a:rPr lang="zh-CN" altLang="en-US" dirty="0"/>
              <a:t>、</a:t>
            </a:r>
            <a:r>
              <a:rPr lang="en-US" altLang="zh-CN" dirty="0"/>
              <a:t>FTP</a:t>
            </a:r>
            <a:r>
              <a:rPr lang="zh-CN" altLang="en-US" dirty="0"/>
              <a:t>、</a:t>
            </a:r>
            <a:r>
              <a:rPr lang="en-US" altLang="zh-CN" dirty="0"/>
              <a:t>E-mail</a:t>
            </a:r>
            <a:r>
              <a:rPr lang="zh-CN" altLang="en-US" dirty="0"/>
              <a:t>等；</a:t>
            </a:r>
          </a:p>
          <a:p>
            <a:pPr lvl="1" eaLnBrk="1" hangingPunct="1"/>
            <a:r>
              <a:rPr lang="zh-CN" altLang="en-US" dirty="0"/>
              <a:t>应用服务</a:t>
            </a:r>
          </a:p>
          <a:p>
            <a:pPr lvl="1" eaLnBrk="1" hangingPunct="1">
              <a:buFontTx/>
              <a:buNone/>
            </a:pPr>
            <a:r>
              <a:rPr lang="en-US" altLang="zh-CN" dirty="0"/>
              <a:t>   OA</a:t>
            </a:r>
            <a:r>
              <a:rPr lang="zh-CN" altLang="en-US" sz="2000" b="1" dirty="0"/>
              <a:t>（办公自动化）</a:t>
            </a:r>
            <a:r>
              <a:rPr lang="en-US" altLang="zh-CN" dirty="0"/>
              <a:t>、MIS</a:t>
            </a:r>
            <a:r>
              <a:rPr lang="zh-CN" altLang="en-US" sz="2000" b="1" dirty="0"/>
              <a:t>（管理信息系统）</a:t>
            </a:r>
            <a:r>
              <a:rPr lang="en-US" altLang="zh-CN" dirty="0"/>
              <a:t>、CAD</a:t>
            </a:r>
            <a:r>
              <a:rPr lang="zh-CN" altLang="en-US" sz="2000" b="1" dirty="0"/>
              <a:t>（计算机辅助设计）</a:t>
            </a:r>
            <a:r>
              <a:rPr lang="en-US" altLang="zh-CN" dirty="0"/>
              <a:t>等。</a:t>
            </a:r>
          </a:p>
          <a:p>
            <a:pPr lvl="1" eaLnBrk="1" hangingPunct="1">
              <a:buFontTx/>
              <a:buNone/>
            </a:pPr>
            <a:endParaRPr lang="zh-CN" altLang="en-US" dirty="0"/>
          </a:p>
          <a:p>
            <a:pPr lvl="0" eaLnBrk="1" hangingPunct="1"/>
            <a:r>
              <a:rPr lang="zh-CN" altLang="en-US" dirty="0"/>
              <a:t>服务子网在网络的层次对网络性能影响很大。</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74"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3.4  </a:t>
            </a:r>
            <a:r>
              <a:rPr lang="zh-CN" altLang="en-US"/>
              <a:t>网络结构分析</a:t>
            </a:r>
          </a:p>
        </p:txBody>
      </p:sp>
      <p:sp>
        <p:nvSpPr>
          <p:cNvPr id="1049175" name="Rectangle 3"/>
          <p:cNvSpPr>
            <a:spLocks noGrp="1"/>
          </p:cNvSpPr>
          <p:nvPr>
            <p:ph idx="1"/>
          </p:nvPr>
        </p:nvSpPr>
        <p:spPr>
          <a:xfrm>
            <a:off x="838200" y="1825625"/>
            <a:ext cx="10515600" cy="2899519"/>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集中式服务设计模型</a:t>
            </a:r>
          </a:p>
          <a:p>
            <a:pPr lvl="1" eaLnBrk="1" hangingPunct="1"/>
            <a:r>
              <a:rPr lang="zh-CN" altLang="en-US" dirty="0"/>
              <a:t>所有服务子网设计在网络核心层，服务器机群集中安置在网络中心机房。</a:t>
            </a:r>
          </a:p>
          <a:p>
            <a:pPr lvl="1" eaLnBrk="1" hangingPunct="1"/>
            <a:r>
              <a:rPr lang="zh-CN" altLang="en-US" dirty="0"/>
              <a:t>优点：网络结构简单，便于管理；</a:t>
            </a:r>
          </a:p>
          <a:p>
            <a:pPr lvl="1" eaLnBrk="1" hangingPunct="1"/>
            <a:r>
              <a:rPr lang="zh-CN" altLang="en-US" dirty="0"/>
              <a:t>缺点：增加核心层负荷，增加网络链路流量，网络可靠性不好。</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79"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3.4  </a:t>
            </a:r>
            <a:r>
              <a:rPr lang="zh-CN" altLang="en-US"/>
              <a:t>网络结构分析</a:t>
            </a:r>
          </a:p>
        </p:txBody>
      </p:sp>
      <p:sp>
        <p:nvSpPr>
          <p:cNvPr id="1049180" name="Rectangle 3"/>
          <p:cNvSpPr>
            <a:spLocks noGrp="1"/>
          </p:cNvSpPr>
          <p:nvPr>
            <p:ph idx="1"/>
          </p:nvPr>
        </p:nvSpPr>
        <p:spPr>
          <a:xfrm>
            <a:off x="838200" y="1412776"/>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集中式服务设计模型</a:t>
            </a:r>
          </a:p>
        </p:txBody>
      </p:sp>
      <p:pic>
        <p:nvPicPr>
          <p:cNvPr id="2097239" name="Picture 4" descr="图片15"/>
          <p:cNvPicPr>
            <a:picLocks/>
          </p:cNvPicPr>
          <p:nvPr/>
        </p:nvPicPr>
        <p:blipFill>
          <a:blip r:embed="rId5"/>
          <a:srcRect/>
          <a:stretch>
            <a:fillRect/>
          </a:stretch>
        </p:blipFill>
        <p:spPr>
          <a:xfrm>
            <a:off x="1919287" y="2335213"/>
            <a:ext cx="8675688" cy="3902075"/>
          </a:xfrm>
          <a:prstGeom prst="rect">
            <a:avLst/>
          </a:prstGeom>
          <a:noFill/>
          <a:ln>
            <a:noFill/>
          </a:ln>
        </p:spPr>
      </p:pic>
      <p:sp>
        <p:nvSpPr>
          <p:cNvPr id="1049181" name="Oval 5"/>
          <p:cNvSpPr/>
          <p:nvPr/>
        </p:nvSpPr>
        <p:spPr>
          <a:xfrm>
            <a:off x="2782887" y="2117726"/>
            <a:ext cx="3097212" cy="2160587"/>
          </a:xfrm>
          <a:prstGeom prst="ellipse">
            <a:avLst/>
          </a:prstGeom>
          <a:noFill/>
          <a:ln w="19050" cap="flat" cmpd="sng">
            <a:solidFill>
              <a:srgbClr val="0000FF">
                <a:alpha val="100000"/>
              </a:srgbClr>
            </a:solidFill>
            <a:prstDash val="dash"/>
            <a:round/>
          </a:ln>
        </p:spPr>
        <p:txBody>
          <a:bodyPr vert="horz" wrap="none" lIns="91440" tIns="45720" rIns="91440" bIns="45720" anchor="ctr"/>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hangingPunct="1"/>
            <a:endParaRPr lang="zh-CN" altLang="en-US"/>
          </a:p>
        </p:txBody>
      </p:sp>
      <p:sp>
        <p:nvSpPr>
          <p:cNvPr id="1049182" name="AutoShape 6"/>
          <p:cNvSpPr/>
          <p:nvPr/>
        </p:nvSpPr>
        <p:spPr>
          <a:xfrm>
            <a:off x="2998788" y="4638676"/>
            <a:ext cx="1368425" cy="720725"/>
          </a:xfrm>
          <a:prstGeom prst="wedgeRectCallout">
            <a:avLst>
              <a:gd name="adj1" fmla="val -11255"/>
              <a:gd name="adj2" fmla="val -137005"/>
            </a:avLst>
          </a:prstGeom>
          <a:solidFill>
            <a:srgbClr val="CCFFFF"/>
          </a:solidFill>
          <a:ln w="9525" cap="flat" cmpd="sng">
            <a:solidFill>
              <a:schemeClr val="dk1">
                <a:alpha val="100000"/>
              </a:schemeClr>
            </a:solidFill>
            <a:prstDash val="solid"/>
            <a:round/>
          </a:ln>
        </p:spPr>
        <p:txBody>
          <a:bodyPr vert="horz" lIns="91440" tIns="45720" rIns="91440" bIns="45720" anchor="t"/>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hangingPunct="1"/>
            <a:r>
              <a:rPr lang="zh-CN" altLang="en-US" sz="1800" b="1">
                <a:solidFill>
                  <a:srgbClr val="0000FF"/>
                </a:solidFill>
                <a:latin typeface="Arial" pitchFamily="34" charset="0"/>
              </a:rPr>
              <a:t>服务集中</a:t>
            </a:r>
          </a:p>
          <a:p>
            <a:pPr lvl="0" algn="ctr" eaLnBrk="1" hangingPunct="1"/>
            <a:r>
              <a:rPr lang="zh-CN" altLang="en-US" sz="1800" b="1">
                <a:solidFill>
                  <a:srgbClr val="0000FF"/>
                </a:solidFill>
                <a:latin typeface="Arial" pitchFamily="34" charset="0"/>
              </a:rPr>
              <a:t>在核心层</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86"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3.4  </a:t>
            </a:r>
            <a:r>
              <a:rPr lang="zh-CN" altLang="en-US"/>
              <a:t>网络结构分析</a:t>
            </a:r>
          </a:p>
        </p:txBody>
      </p:sp>
      <p:sp>
        <p:nvSpPr>
          <p:cNvPr id="1049187" name="Rectangle 3"/>
          <p:cNvSpPr>
            <a:spLocks noGrp="1"/>
          </p:cNvSpPr>
          <p:nvPr>
            <p:ph idx="1"/>
          </p:nvPr>
        </p:nvSpPr>
        <p:spPr>
          <a:xfrm>
            <a:off x="911424" y="1690688"/>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分布式服务设计模型</a:t>
            </a:r>
          </a:p>
          <a:p>
            <a:pPr lvl="1" eaLnBrk="1" hangingPunct="1"/>
            <a:r>
              <a:rPr lang="en-US" altLang="zh-CN" dirty="0" err="1"/>
              <a:t>网络服务集中，应用服务分散</a:t>
            </a:r>
            <a:r>
              <a:rPr lang="en-US" altLang="zh-CN" dirty="0"/>
              <a:t>。</a:t>
            </a:r>
          </a:p>
          <a:p>
            <a:pPr lvl="1" eaLnBrk="1" hangingPunct="1"/>
            <a:r>
              <a:rPr lang="en-US" altLang="zh-CN" dirty="0" err="1"/>
              <a:t>优点：网络流量分担合理，核心层压力小</a:t>
            </a:r>
            <a:r>
              <a:rPr lang="en-US" altLang="zh-CN" dirty="0"/>
              <a:t>。</a:t>
            </a:r>
          </a:p>
          <a:p>
            <a:pPr lvl="1" eaLnBrk="1" hangingPunct="1"/>
            <a:r>
              <a:rPr lang="en-US" altLang="zh-CN" dirty="0" err="1"/>
              <a:t>缺点：网络管理工作量大，设备利用率不高</a:t>
            </a:r>
            <a:r>
              <a:rPr lang="en-US" altLang="zh-CN" dirty="0"/>
              <a:t>。</a:t>
            </a:r>
          </a:p>
          <a:p>
            <a:pPr lvl="1" eaLnBrk="1" hangingPunct="1"/>
            <a:endParaRPr lang="zh-CN" altLang="en-US" dirty="0"/>
          </a:p>
          <a:p>
            <a:pPr lvl="0" eaLnBrk="1" hangingPunct="1"/>
            <a:r>
              <a:rPr lang="zh-CN" altLang="en-US" dirty="0"/>
              <a:t>设计原则：</a:t>
            </a:r>
          </a:p>
          <a:p>
            <a:pPr lvl="1" eaLnBrk="1" hangingPunct="1"/>
            <a:r>
              <a:rPr lang="zh-CN" altLang="en-US" dirty="0">
                <a:solidFill>
                  <a:srgbClr val="FF0000"/>
                </a:solidFill>
                <a:effectLst>
                  <a:outerShdw blurRad="38100" dist="38100" dir="2700000" algn="tl">
                    <a:srgbClr val="C0C0C0"/>
                  </a:outerShdw>
                </a:effectLst>
                <a:ea typeface="黑体" pitchFamily="49" charset="-122"/>
              </a:rPr>
              <a:t>网络服务集中，应用服务分散</a:t>
            </a:r>
            <a:r>
              <a:rPr lang="zh-CN" altLang="en-US" dirty="0">
                <a:solidFill>
                  <a:srgbClr val="FF0000"/>
                </a:solidFill>
              </a:rPr>
              <a:t> </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240" name="Picture 2" descr="图片16"/>
          <p:cNvPicPr>
            <a:picLocks/>
          </p:cNvPicPr>
          <p:nvPr/>
        </p:nvPicPr>
        <p:blipFill>
          <a:blip r:embed="rId2"/>
          <a:srcRect/>
          <a:stretch>
            <a:fillRect/>
          </a:stretch>
        </p:blipFill>
        <p:spPr>
          <a:xfrm>
            <a:off x="1524000" y="1"/>
            <a:ext cx="9144000" cy="6846887"/>
          </a:xfrm>
          <a:prstGeom prst="rect">
            <a:avLst/>
          </a:prstGeom>
          <a:noFill/>
          <a:ln>
            <a:noFill/>
          </a:ln>
        </p:spPr>
      </p:pic>
      <p:sp>
        <p:nvSpPr>
          <p:cNvPr id="1049191" name="AutoShape 3"/>
          <p:cNvSpPr/>
          <p:nvPr/>
        </p:nvSpPr>
        <p:spPr>
          <a:xfrm>
            <a:off x="8543926" y="331788"/>
            <a:ext cx="1368425" cy="720725"/>
          </a:xfrm>
          <a:prstGeom prst="wedgeRectCallout">
            <a:avLst>
              <a:gd name="adj1" fmla="val -82713"/>
              <a:gd name="adj2" fmla="val 21806"/>
            </a:avLst>
          </a:prstGeom>
          <a:solidFill>
            <a:srgbClr val="FFCCCC"/>
          </a:solidFill>
          <a:ln w="9525" cap="flat" cmpd="sng">
            <a:solidFill>
              <a:schemeClr val="dk1">
                <a:alpha val="100000"/>
              </a:schemeClr>
            </a:solidFill>
            <a:prstDash val="solid"/>
            <a:round/>
          </a:ln>
        </p:spPr>
        <p:txBody>
          <a:bodyPr vert="horz" lIns="91440" tIns="45720" rIns="91440" bIns="45720" anchor="t"/>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hangingPunct="1"/>
            <a:r>
              <a:rPr lang="zh-CN" altLang="en-US" sz="1800" b="1">
                <a:solidFill>
                  <a:srgbClr val="0000FF"/>
                </a:solidFill>
                <a:latin typeface="Arial" pitchFamily="34" charset="0"/>
              </a:rPr>
              <a:t>网络服务</a:t>
            </a:r>
          </a:p>
          <a:p>
            <a:pPr lvl="0" algn="ctr" eaLnBrk="1" hangingPunct="1"/>
            <a:r>
              <a:rPr lang="zh-CN" altLang="en-US" sz="1800" b="1">
                <a:solidFill>
                  <a:srgbClr val="0000FF"/>
                </a:solidFill>
                <a:latin typeface="Arial" pitchFamily="34" charset="0"/>
              </a:rPr>
              <a:t>在核心层</a:t>
            </a:r>
          </a:p>
        </p:txBody>
      </p:sp>
      <p:sp>
        <p:nvSpPr>
          <p:cNvPr id="1049192" name="AutoShape 4"/>
          <p:cNvSpPr/>
          <p:nvPr/>
        </p:nvSpPr>
        <p:spPr>
          <a:xfrm>
            <a:off x="2424113" y="1844676"/>
            <a:ext cx="1368425" cy="720725"/>
          </a:xfrm>
          <a:prstGeom prst="wedgeRectCallout">
            <a:avLst>
              <a:gd name="adj1" fmla="val -8815"/>
              <a:gd name="adj2" fmla="val 75773"/>
            </a:avLst>
          </a:prstGeom>
          <a:solidFill>
            <a:srgbClr val="CCFFFF"/>
          </a:solidFill>
          <a:ln w="9525" cap="flat" cmpd="sng">
            <a:solidFill>
              <a:schemeClr val="dk1">
                <a:alpha val="100000"/>
              </a:schemeClr>
            </a:solidFill>
            <a:prstDash val="solid"/>
            <a:round/>
          </a:ln>
        </p:spPr>
        <p:txBody>
          <a:bodyPr vert="horz" lIns="91440" tIns="45720" rIns="91440" bIns="45720" anchor="t"/>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hangingPunct="1"/>
            <a:r>
              <a:rPr lang="zh-CN" altLang="en-US" sz="1800" b="1">
                <a:solidFill>
                  <a:srgbClr val="0000FF"/>
                </a:solidFill>
                <a:latin typeface="Arial" pitchFamily="34" charset="0"/>
              </a:rPr>
              <a:t>服务分布</a:t>
            </a:r>
          </a:p>
          <a:p>
            <a:pPr lvl="0" algn="ctr" eaLnBrk="1" hangingPunct="1"/>
            <a:r>
              <a:rPr lang="zh-CN" altLang="en-US" sz="1800" b="1">
                <a:solidFill>
                  <a:srgbClr val="0000FF"/>
                </a:solidFill>
                <a:latin typeface="Arial" pitchFamily="34" charset="0"/>
              </a:rPr>
              <a:t>在汇聚层</a:t>
            </a:r>
          </a:p>
        </p:txBody>
      </p:sp>
      <p:sp>
        <p:nvSpPr>
          <p:cNvPr id="1049193" name="AutoShape 5"/>
          <p:cNvSpPr/>
          <p:nvPr/>
        </p:nvSpPr>
        <p:spPr>
          <a:xfrm>
            <a:off x="6456363" y="3789363"/>
            <a:ext cx="1368425" cy="720725"/>
          </a:xfrm>
          <a:prstGeom prst="wedgeRectCallout">
            <a:avLst>
              <a:gd name="adj1" fmla="val -38398"/>
              <a:gd name="adj2" fmla="val 85681"/>
            </a:avLst>
          </a:prstGeom>
          <a:solidFill>
            <a:srgbClr val="CCFFFF"/>
          </a:solidFill>
          <a:ln w="9525" cap="flat" cmpd="sng">
            <a:solidFill>
              <a:schemeClr val="dk1">
                <a:alpha val="100000"/>
              </a:schemeClr>
            </a:solidFill>
            <a:prstDash val="solid"/>
            <a:round/>
          </a:ln>
        </p:spPr>
        <p:txBody>
          <a:bodyPr vert="horz" lIns="91440" tIns="45720" rIns="91440" bIns="45720" anchor="t"/>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hangingPunct="1"/>
            <a:r>
              <a:rPr lang="zh-CN" altLang="en-US" sz="1800" b="1">
                <a:solidFill>
                  <a:srgbClr val="0000FF"/>
                </a:solidFill>
                <a:latin typeface="Arial" pitchFamily="34" charset="0"/>
              </a:rPr>
              <a:t>服务分布</a:t>
            </a:r>
          </a:p>
          <a:p>
            <a:pPr lvl="0" algn="ctr" eaLnBrk="1" hangingPunct="1"/>
            <a:r>
              <a:rPr lang="zh-CN" altLang="en-US" sz="1800" b="1">
                <a:solidFill>
                  <a:srgbClr val="0000FF"/>
                </a:solidFill>
                <a:latin typeface="Arial" pitchFamily="34" charset="0"/>
              </a:rPr>
              <a:t>在接入层</a:t>
            </a:r>
          </a:p>
        </p:txBody>
      </p:sp>
      <p:sp>
        <p:nvSpPr>
          <p:cNvPr id="1049194" name="Oval 6"/>
          <p:cNvSpPr/>
          <p:nvPr/>
        </p:nvSpPr>
        <p:spPr>
          <a:xfrm>
            <a:off x="4727575" y="44451"/>
            <a:ext cx="3384550" cy="1584325"/>
          </a:xfrm>
          <a:prstGeom prst="ellipse">
            <a:avLst/>
          </a:prstGeom>
          <a:noFill/>
          <a:ln w="19050" cap="flat" cmpd="sng">
            <a:solidFill>
              <a:srgbClr val="0000FF">
                <a:alpha val="100000"/>
              </a:srgbClr>
            </a:solidFill>
            <a:prstDash val="dash"/>
            <a:round/>
          </a:ln>
        </p:spPr>
        <p:txBody>
          <a:bodyPr vert="horz" wrap="none" lIns="91440" tIns="45720" rIns="91440" bIns="45720" anchor="ctr"/>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hangingPunct="1"/>
            <a:endParaRPr lang="zh-CN" altLang="en-US"/>
          </a:p>
        </p:txBody>
      </p:sp>
      <p:sp>
        <p:nvSpPr>
          <p:cNvPr id="1049195" name="Oval 7"/>
          <p:cNvSpPr/>
          <p:nvPr/>
        </p:nvSpPr>
        <p:spPr>
          <a:xfrm>
            <a:off x="5808663" y="4724400"/>
            <a:ext cx="1800225" cy="2017712"/>
          </a:xfrm>
          <a:prstGeom prst="ellipse">
            <a:avLst/>
          </a:prstGeom>
          <a:noFill/>
          <a:ln w="19050" cap="flat" cmpd="sng">
            <a:solidFill>
              <a:srgbClr val="0000FF">
                <a:alpha val="100000"/>
              </a:srgbClr>
            </a:solidFill>
            <a:prstDash val="dash"/>
            <a:round/>
          </a:ln>
        </p:spPr>
        <p:txBody>
          <a:bodyPr vert="horz" wrap="none" lIns="91440" tIns="45720" rIns="91440" bIns="45720" anchor="ctr"/>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hangingPunct="1"/>
            <a:endParaRPr lang="zh-CN" altLang="en-US"/>
          </a:p>
        </p:txBody>
      </p:sp>
      <p:sp>
        <p:nvSpPr>
          <p:cNvPr id="1049196" name="Oval 8"/>
          <p:cNvSpPr/>
          <p:nvPr/>
        </p:nvSpPr>
        <p:spPr>
          <a:xfrm>
            <a:off x="2351088" y="2708276"/>
            <a:ext cx="1800225" cy="1800225"/>
          </a:xfrm>
          <a:prstGeom prst="ellipse">
            <a:avLst/>
          </a:prstGeom>
          <a:noFill/>
          <a:ln w="19050" cap="flat" cmpd="sng">
            <a:solidFill>
              <a:srgbClr val="0000FF">
                <a:alpha val="100000"/>
              </a:srgbClr>
            </a:solidFill>
            <a:prstDash val="dash"/>
            <a:round/>
          </a:ln>
        </p:spPr>
        <p:txBody>
          <a:bodyPr vert="horz" wrap="none" lIns="91440" tIns="45720" rIns="91440" bIns="45720" anchor="ctr"/>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hangingPunct="1"/>
            <a:endParaRPr lang="zh-CN" altLang="en-US"/>
          </a:p>
        </p:txBody>
      </p:sp>
      <p:sp>
        <p:nvSpPr>
          <p:cNvPr id="1049197" name="AutoShape 10"/>
          <p:cNvSpPr/>
          <p:nvPr/>
        </p:nvSpPr>
        <p:spPr>
          <a:xfrm>
            <a:off x="1703387" y="187326"/>
            <a:ext cx="3529012" cy="433387"/>
          </a:xfrm>
          <a:prstGeom prst="wedgeRectCallout">
            <a:avLst>
              <a:gd name="adj1" fmla="val -31556"/>
              <a:gd name="adj2" fmla="val 27292"/>
            </a:avLst>
          </a:prstGeom>
          <a:solidFill>
            <a:srgbClr val="CCFFFF"/>
          </a:solidFill>
          <a:ln w="9525" cap="flat" cmpd="sng">
            <a:solidFill>
              <a:srgbClr val="FF0000">
                <a:alpha val="100000"/>
              </a:srgbClr>
            </a:solidFill>
            <a:prstDash val="solid"/>
            <a:round/>
          </a:ln>
        </p:spPr>
        <p:txBody>
          <a:bodyPr vert="horz" lIns="91440" tIns="45720" rIns="91440" bIns="45720" anchor="t"/>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hangingPunct="1"/>
            <a:r>
              <a:rPr lang="en-US" altLang="zh-CN" sz="2000" b="1">
                <a:solidFill>
                  <a:srgbClr val="0000FF"/>
                </a:solidFill>
              </a:rPr>
              <a:t>[P55] </a:t>
            </a:r>
            <a:r>
              <a:rPr lang="zh-CN" altLang="en-US" sz="2000" b="1">
                <a:solidFill>
                  <a:srgbClr val="0000FF"/>
                </a:solidFill>
              </a:rPr>
              <a:t>分布式服务设计模型</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01"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3.4  </a:t>
            </a:r>
            <a:r>
              <a:rPr lang="zh-CN" altLang="en-US"/>
              <a:t>网络结构分析</a:t>
            </a:r>
          </a:p>
        </p:txBody>
      </p:sp>
      <p:sp>
        <p:nvSpPr>
          <p:cNvPr id="1049202" name="Rectangle 3"/>
          <p:cNvSpPr>
            <a:spLocks noGrp="1"/>
          </p:cNvSpPr>
          <p:nvPr>
            <p:ph idx="1"/>
          </p:nvPr>
        </p:nvSpPr>
        <p:spPr>
          <a:xfrm>
            <a:off x="856093" y="1556792"/>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buFontTx/>
              <a:buNone/>
            </a:pPr>
            <a:r>
              <a:rPr lang="en-US" altLang="zh-CN" sz="3200" b="1" dirty="0">
                <a:solidFill>
                  <a:srgbClr val="0000FF"/>
                </a:solidFill>
              </a:rPr>
              <a:t>3.4.2  </a:t>
            </a:r>
            <a:r>
              <a:rPr lang="zh-CN" altLang="en-US" sz="3200" b="1" dirty="0">
                <a:solidFill>
                  <a:srgbClr val="0000FF"/>
                </a:solidFill>
              </a:rPr>
              <a:t>网络结构扩展设计</a:t>
            </a:r>
          </a:p>
          <a:p>
            <a:pPr lvl="0" eaLnBrk="1" hangingPunct="1"/>
            <a:r>
              <a:rPr lang="zh-CN" altLang="en-US" dirty="0"/>
              <a:t>扩展性要求</a:t>
            </a:r>
          </a:p>
          <a:p>
            <a:pPr lvl="1" eaLnBrk="1" hangingPunct="1"/>
            <a:r>
              <a:rPr lang="en-US" altLang="zh-CN" dirty="0" err="1"/>
              <a:t>网络扩容时，不需要进行重大的改进设计</a:t>
            </a:r>
            <a:r>
              <a:rPr lang="en-US" altLang="zh-CN" dirty="0"/>
              <a:t>。</a:t>
            </a:r>
          </a:p>
          <a:p>
            <a:pPr lvl="1" eaLnBrk="1" hangingPunct="1"/>
            <a:endParaRPr lang="zh-CN" altLang="en-US" dirty="0"/>
          </a:p>
          <a:p>
            <a:pPr lvl="0" eaLnBrk="1" hangingPunct="1"/>
            <a:r>
              <a:rPr lang="zh-CN" altLang="en-US" dirty="0"/>
              <a:t>接入能力扩展</a:t>
            </a:r>
          </a:p>
          <a:p>
            <a:pPr lvl="1" eaLnBrk="1" hangingPunct="1"/>
            <a:r>
              <a:rPr lang="zh-CN" altLang="en-US" dirty="0"/>
              <a:t>将原交换机更换为高端口密度的交换机；</a:t>
            </a:r>
          </a:p>
          <a:p>
            <a:pPr lvl="1" eaLnBrk="1" hangingPunct="1"/>
            <a:r>
              <a:rPr lang="zh-CN" altLang="en-US" dirty="0"/>
              <a:t>增加交换机数量；</a:t>
            </a:r>
          </a:p>
          <a:p>
            <a:pPr lvl="1" eaLnBrk="1" hangingPunct="1"/>
            <a:r>
              <a:rPr lang="zh-CN" altLang="en-US" dirty="0"/>
              <a:t>模块化交换机可以增加端口适配卡。</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06"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3.4  </a:t>
            </a:r>
            <a:r>
              <a:rPr lang="zh-CN" altLang="en-US"/>
              <a:t>网络结构分析</a:t>
            </a:r>
          </a:p>
        </p:txBody>
      </p:sp>
      <p:sp>
        <p:nvSpPr>
          <p:cNvPr id="1049207" name="Rectangle 3"/>
          <p:cNvSpPr>
            <a:spLocks noGrp="1"/>
          </p:cNvSpPr>
          <p:nvPr>
            <p:ph idx="1"/>
          </p:nvPr>
        </p:nvSpPr>
        <p:spPr>
          <a:prstGeom prst="rect">
            <a:avLst/>
          </a:prstGeom>
          <a:noFill/>
          <a:ln>
            <a:noFill/>
          </a:ln>
        </p:spPr>
        <p:txBody>
          <a:bodyPr vert="horz" lIns="91440" tIns="45720" rIns="91440" bIns="45720" rtlCol="0" anchor="t">
            <a:normAutofit lnSpcReduction="10000"/>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处理能力扩展</a:t>
            </a:r>
          </a:p>
          <a:p>
            <a:pPr lvl="1" eaLnBrk="1" hangingPunct="1"/>
            <a:r>
              <a:rPr lang="en-US" altLang="zh-CN" dirty="0" err="1"/>
              <a:t>更换交换处理模块</a:t>
            </a:r>
            <a:r>
              <a:rPr lang="en-US" altLang="zh-CN" dirty="0"/>
              <a:t>；</a:t>
            </a:r>
          </a:p>
          <a:p>
            <a:pPr lvl="1" eaLnBrk="1" hangingPunct="1"/>
            <a:r>
              <a:rPr lang="en-US" altLang="zh-CN" dirty="0" err="1"/>
              <a:t>总线结构交换机，可以更换交换引擎</a:t>
            </a:r>
            <a:r>
              <a:rPr lang="en-US" altLang="zh-CN" dirty="0"/>
              <a:t>；</a:t>
            </a:r>
          </a:p>
          <a:p>
            <a:pPr lvl="1" eaLnBrk="1" hangingPunct="1"/>
            <a:r>
              <a:rPr lang="en-US" altLang="zh-CN" dirty="0" err="1"/>
              <a:t>固定式交换机只能更换更高性能的交换机</a:t>
            </a:r>
            <a:r>
              <a:rPr lang="en-US" altLang="zh-CN" dirty="0"/>
              <a:t>；</a:t>
            </a:r>
          </a:p>
          <a:p>
            <a:pPr lvl="1" eaLnBrk="1" hangingPunct="1"/>
            <a:r>
              <a:rPr lang="en-US" altLang="zh-CN" dirty="0" err="1"/>
              <a:t>增加交换机数量后，再进行负载均衡配置</a:t>
            </a:r>
            <a:r>
              <a:rPr lang="en-US" altLang="zh-CN" dirty="0"/>
              <a:t>。</a:t>
            </a:r>
          </a:p>
          <a:p>
            <a:pPr lvl="1" eaLnBrk="1" hangingPunct="1"/>
            <a:endParaRPr lang="zh-CN" altLang="en-US" dirty="0"/>
          </a:p>
          <a:p>
            <a:pPr lvl="0" eaLnBrk="1" hangingPunct="1"/>
            <a:r>
              <a:rPr lang="zh-CN" altLang="en-US" dirty="0"/>
              <a:t>网络带宽扩展</a:t>
            </a:r>
          </a:p>
          <a:p>
            <a:pPr lvl="1" eaLnBrk="1" hangingPunct="1"/>
            <a:r>
              <a:rPr lang="en-US" altLang="zh-CN" dirty="0" err="1"/>
              <a:t>采用支持IEEE</a:t>
            </a:r>
            <a:r>
              <a:rPr lang="en-US" altLang="zh-CN" dirty="0"/>
              <a:t> 802.3ad</a:t>
            </a:r>
            <a:r>
              <a:rPr lang="zh-CN" altLang="en-US" dirty="0"/>
              <a:t>标准的交换机，将多条链路绑定在一起来增加带宽</a:t>
            </a:r>
            <a:r>
              <a:rPr lang="en-US" altLang="zh-CN" dirty="0"/>
              <a:t>(</a:t>
            </a:r>
            <a:r>
              <a:rPr lang="zh-CN" altLang="en-US" dirty="0">
                <a:solidFill>
                  <a:srgbClr val="FF0066"/>
                </a:solidFill>
                <a:effectLst>
                  <a:outerShdw blurRad="38100" dist="38100" dir="2700000" algn="tl">
                    <a:srgbClr val="C0C0C0"/>
                  </a:outerShdw>
                </a:effectLst>
                <a:ea typeface="黑体" pitchFamily="49" charset="-122"/>
              </a:rPr>
              <a:t>链路聚合</a:t>
            </a:r>
            <a:r>
              <a:rPr lang="en-US" altLang="zh-CN" dirty="0"/>
              <a:t>)</a:t>
            </a:r>
            <a:r>
              <a:rPr lang="zh-CN" altLang="en-US" dirty="0"/>
              <a:t>。</a:t>
            </a:r>
          </a:p>
          <a:p>
            <a:pPr lvl="1" eaLnBrk="1" hangingPunct="1"/>
            <a:r>
              <a:rPr lang="zh-CN" altLang="en-US" dirty="0"/>
              <a:t>更换上连端口速率更快的交换机。</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11"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3.4  </a:t>
            </a:r>
            <a:r>
              <a:rPr lang="zh-CN" altLang="en-US"/>
              <a:t>网络结构分析</a:t>
            </a:r>
          </a:p>
        </p:txBody>
      </p:sp>
      <p:sp>
        <p:nvSpPr>
          <p:cNvPr id="1049212" name="Rectangle 3"/>
          <p:cNvSpPr>
            <a:spLocks noGrp="1"/>
          </p:cNvSpPr>
          <p:nvPr>
            <p:ph idx="1"/>
          </p:nvPr>
        </p:nvSpPr>
        <p:spPr>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a:t>网络平滑扩展</a:t>
            </a:r>
          </a:p>
          <a:p>
            <a:pPr lvl="1" eaLnBrk="1" hangingPunct="1"/>
            <a:r>
              <a:rPr lang="zh-CN" altLang="en-US"/>
              <a:t>网络扩展升级时，不要对现存的网络有影响。这要求网络在扩展中具有平滑升级的特性。</a:t>
            </a:r>
          </a:p>
          <a:p>
            <a:pPr lvl="1" eaLnBrk="1" hangingPunct="1"/>
            <a:r>
              <a:rPr lang="zh-CN" altLang="en-US"/>
              <a:t>网络扩展需要保护原有设备的投资，不造成投资浪费。</a:t>
            </a:r>
          </a:p>
          <a:p>
            <a:pPr lvl="1" eaLnBrk="1" hangingPunct="1"/>
            <a:r>
              <a:rPr lang="zh-CN" altLang="en-US">
                <a:solidFill>
                  <a:srgbClr val="FF0066"/>
                </a:solidFill>
                <a:effectLst>
                  <a:outerShdw blurRad="38100" dist="38100" dir="2700000" algn="tl">
                    <a:srgbClr val="C0C0C0"/>
                  </a:outerShdw>
                </a:effectLst>
                <a:ea typeface="黑体" pitchFamily="49" charset="-122"/>
              </a:rPr>
              <a:t>集群</a:t>
            </a:r>
            <a:r>
              <a:rPr lang="zh-CN" altLang="en-US"/>
              <a:t>技术是解决网络扩展的一种良好方法。</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17" name="Rectangle 5"/>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3.4  </a:t>
            </a:r>
            <a:r>
              <a:rPr lang="zh-CN" altLang="en-US"/>
              <a:t>网络结构分析</a:t>
            </a:r>
          </a:p>
        </p:txBody>
      </p:sp>
      <p:sp>
        <p:nvSpPr>
          <p:cNvPr id="1049216" name="Rectangle 3"/>
          <p:cNvSpPr>
            <a:spLocks noGrp="1"/>
          </p:cNvSpPr>
          <p:nvPr>
            <p:ph idx="1"/>
          </p:nvPr>
        </p:nvSpPr>
        <p:spPr>
          <a:xfrm>
            <a:off x="836612" y="1268760"/>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buFontTx/>
              <a:buNone/>
            </a:pPr>
            <a:r>
              <a:rPr lang="en-US" altLang="zh-CN" sz="3200" b="1" dirty="0">
                <a:solidFill>
                  <a:srgbClr val="0000FF"/>
                </a:solidFill>
              </a:rPr>
              <a:t>3.4.3  IPv4</a:t>
            </a:r>
            <a:r>
              <a:rPr lang="zh-CN" altLang="en-US" sz="3200" b="1" dirty="0">
                <a:solidFill>
                  <a:srgbClr val="0000FF"/>
                </a:solidFill>
              </a:rPr>
              <a:t>网络升级方法</a:t>
            </a:r>
          </a:p>
          <a:p>
            <a:pPr lvl="0" eaLnBrk="1" hangingPunct="1"/>
            <a:r>
              <a:rPr lang="en-US" altLang="zh-CN" dirty="0"/>
              <a:t>IPv6</a:t>
            </a:r>
            <a:r>
              <a:rPr lang="zh-CN" altLang="en-US" dirty="0"/>
              <a:t>与</a:t>
            </a:r>
            <a:r>
              <a:rPr lang="en-US" altLang="zh-CN" dirty="0"/>
              <a:t>IPv4</a:t>
            </a:r>
            <a:r>
              <a:rPr lang="zh-CN" altLang="en-US" dirty="0"/>
              <a:t>的网络协议不兼容</a:t>
            </a:r>
          </a:p>
          <a:p>
            <a:pPr lvl="0" eaLnBrk="1" hangingPunct="1"/>
            <a:r>
              <a:rPr lang="zh-CN" altLang="en-US" dirty="0"/>
              <a:t>从</a:t>
            </a:r>
            <a:r>
              <a:rPr lang="en-US" altLang="zh-CN" dirty="0"/>
              <a:t>IPv4</a:t>
            </a:r>
            <a:r>
              <a:rPr lang="zh-CN" altLang="en-US" dirty="0"/>
              <a:t>升级到</a:t>
            </a:r>
            <a:r>
              <a:rPr lang="en-US" altLang="zh-CN" dirty="0"/>
              <a:t>IPv6</a:t>
            </a:r>
            <a:r>
              <a:rPr lang="zh-CN" altLang="en-US" dirty="0"/>
              <a:t>将是一个漫长的过程。</a:t>
            </a:r>
          </a:p>
          <a:p>
            <a:pPr lvl="0" eaLnBrk="1" hangingPunct="1">
              <a:buFontTx/>
              <a:buNone/>
            </a:pPr>
            <a:endParaRPr lang="en-US" altLang="zh-CN" dirty="0"/>
          </a:p>
        </p:txBody>
      </p:sp>
      <p:pic>
        <p:nvPicPr>
          <p:cNvPr id="2097241" name="图片 6"/>
          <p:cNvPicPr>
            <a:picLocks/>
          </p:cNvPicPr>
          <p:nvPr/>
        </p:nvPicPr>
        <p:blipFill>
          <a:blip r:embed="rId5"/>
          <a:srcRect/>
          <a:stretch>
            <a:fillRect/>
          </a:stretch>
        </p:blipFill>
        <p:spPr>
          <a:xfrm>
            <a:off x="2855912" y="2997201"/>
            <a:ext cx="5454650" cy="3817937"/>
          </a:xfrm>
          <a:prstGeom prst="rect">
            <a:avLst/>
          </a:prstGeom>
          <a:noFill/>
          <a:ln>
            <a:noFill/>
          </a:ln>
        </p:spPr>
      </p:pic>
      <p:cxnSp>
        <p:nvCxnSpPr>
          <p:cNvPr id="3145728" name="直接箭头连接符 2"/>
          <p:cNvCxnSpPr>
            <a:cxnSpLocks/>
          </p:cNvCxnSpPr>
          <p:nvPr/>
        </p:nvCxnSpPr>
        <p:spPr>
          <a:xfrm flipH="1">
            <a:off x="5664200" y="2276475"/>
            <a:ext cx="360362" cy="1439862"/>
          </a:xfrm>
          <a:prstGeom prst="straightConnector1">
            <a:avLst/>
          </a:prstGeom>
          <a:noFill/>
          <a:ln w="28575" cap="flat" cmpd="sng">
            <a:solidFill>
              <a:srgbClr val="FF0000">
                <a:alpha val="100000"/>
              </a:srgbClr>
            </a:solidFill>
            <a:prstDash val="solid"/>
            <a:round/>
            <a:tailEnd type="triangle" w="med" len="med"/>
          </a:ln>
        </p:spPr>
      </p:cxn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21"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3.4  </a:t>
            </a:r>
            <a:r>
              <a:rPr lang="zh-CN" altLang="en-US"/>
              <a:t>网络结构分析</a:t>
            </a:r>
          </a:p>
        </p:txBody>
      </p:sp>
      <p:sp>
        <p:nvSpPr>
          <p:cNvPr id="1049222" name="Rectangle 3"/>
          <p:cNvSpPr>
            <a:spLocks noGrp="1"/>
          </p:cNvSpPr>
          <p:nvPr>
            <p:ph idx="1"/>
          </p:nvPr>
        </p:nvSpPr>
        <p:spPr>
          <a:xfrm>
            <a:off x="911424" y="1363663"/>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双协议栈技术</a:t>
            </a:r>
          </a:p>
          <a:p>
            <a:pPr lvl="1" eaLnBrk="1" hangingPunct="1"/>
            <a:r>
              <a:rPr lang="en-US" altLang="zh-CN" dirty="0"/>
              <a:t>网络设备同时支持IPv4</a:t>
            </a:r>
            <a:r>
              <a:rPr lang="zh-CN" altLang="en-US" dirty="0"/>
              <a:t>和</a:t>
            </a:r>
            <a:r>
              <a:rPr lang="en-US" altLang="zh-CN" dirty="0"/>
              <a:t>IPv6</a:t>
            </a:r>
            <a:r>
              <a:rPr lang="zh-CN" altLang="en-US" dirty="0"/>
              <a:t>两个协议</a:t>
            </a:r>
          </a:p>
          <a:p>
            <a:pPr lvl="1" eaLnBrk="1" hangingPunct="1"/>
            <a:r>
              <a:rPr lang="zh-CN" altLang="en-US" dirty="0"/>
              <a:t>缺点：增加网络复杂性，导致成本增加。</a:t>
            </a:r>
          </a:p>
        </p:txBody>
      </p:sp>
      <p:pic>
        <p:nvPicPr>
          <p:cNvPr id="2097242" name="Picture 4" descr="图03-20 双协议栈技术网络拓扑结构"/>
          <p:cNvPicPr>
            <a:picLocks/>
          </p:cNvPicPr>
          <p:nvPr/>
        </p:nvPicPr>
        <p:blipFill>
          <a:blip r:embed="rId5"/>
          <a:srcRect/>
          <a:stretch>
            <a:fillRect/>
          </a:stretch>
        </p:blipFill>
        <p:spPr>
          <a:xfrm>
            <a:off x="1951037" y="2924176"/>
            <a:ext cx="8496300" cy="2790825"/>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26"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3.4  </a:t>
            </a:r>
            <a:r>
              <a:rPr lang="zh-CN" altLang="en-US"/>
              <a:t>网络结构分析</a:t>
            </a:r>
          </a:p>
        </p:txBody>
      </p:sp>
      <p:sp>
        <p:nvSpPr>
          <p:cNvPr id="1049227" name="Rectangle 3"/>
          <p:cNvSpPr>
            <a:spLocks noGrp="1"/>
          </p:cNvSpPr>
          <p:nvPr>
            <p:ph idx="1"/>
          </p:nvPr>
        </p:nvSpPr>
        <p:spPr>
          <a:xfrm>
            <a:off x="838200" y="1378744"/>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隧道技术</a:t>
            </a:r>
          </a:p>
          <a:p>
            <a:pPr lvl="1" eaLnBrk="1" hangingPunct="1"/>
            <a:r>
              <a:rPr lang="en-US" altLang="zh-CN" dirty="0" err="1"/>
              <a:t>将A</a:t>
            </a:r>
            <a:r>
              <a:rPr lang="zh-CN" altLang="en-US" dirty="0"/>
              <a:t>协议数据包封装在</a:t>
            </a:r>
            <a:r>
              <a:rPr lang="en-US" altLang="zh-CN" dirty="0"/>
              <a:t>B</a:t>
            </a:r>
            <a:r>
              <a:rPr lang="zh-CN" altLang="en-US" dirty="0"/>
              <a:t>协议数据包中传输。</a:t>
            </a:r>
          </a:p>
          <a:p>
            <a:pPr lvl="2" eaLnBrk="1" hangingPunct="1"/>
            <a:r>
              <a:rPr lang="en-US" altLang="zh-CN" dirty="0">
                <a:latin typeface="Times New Roman" pitchFamily="18" charset="0"/>
              </a:rPr>
              <a:t>例：将IPv6</a:t>
            </a:r>
            <a:r>
              <a:rPr lang="zh-CN" altLang="en-US" dirty="0">
                <a:latin typeface="Times New Roman" pitchFamily="18" charset="0"/>
              </a:rPr>
              <a:t>数据包封装在</a:t>
            </a:r>
            <a:r>
              <a:rPr lang="en-US" altLang="zh-CN" dirty="0">
                <a:latin typeface="Times New Roman" pitchFamily="18" charset="0"/>
              </a:rPr>
              <a:t>IPv4</a:t>
            </a:r>
            <a:r>
              <a:rPr lang="zh-CN" altLang="en-US" dirty="0">
                <a:latin typeface="Times New Roman" pitchFamily="18" charset="0"/>
              </a:rPr>
              <a:t>数据包中；</a:t>
            </a:r>
          </a:p>
          <a:p>
            <a:pPr lvl="2" eaLnBrk="1" hangingPunct="1"/>
            <a:r>
              <a:rPr lang="zh-CN" altLang="en-US" dirty="0">
                <a:latin typeface="Times New Roman" pitchFamily="18" charset="0"/>
              </a:rPr>
              <a:t>例：将</a:t>
            </a:r>
            <a:r>
              <a:rPr lang="en-US" altLang="zh-CN" dirty="0">
                <a:latin typeface="Times New Roman" pitchFamily="18" charset="0"/>
              </a:rPr>
              <a:t>IPv4</a:t>
            </a:r>
            <a:r>
              <a:rPr lang="zh-CN" altLang="en-US" dirty="0">
                <a:latin typeface="Times New Roman" pitchFamily="18" charset="0"/>
              </a:rPr>
              <a:t>数据包封装在</a:t>
            </a:r>
            <a:r>
              <a:rPr lang="en-US" altLang="zh-CN" dirty="0">
                <a:latin typeface="Times New Roman" pitchFamily="18" charset="0"/>
              </a:rPr>
              <a:t>IPv6</a:t>
            </a:r>
            <a:r>
              <a:rPr lang="zh-CN" altLang="en-US" dirty="0">
                <a:latin typeface="Times New Roman" pitchFamily="18" charset="0"/>
              </a:rPr>
              <a:t>数据包中；</a:t>
            </a:r>
          </a:p>
          <a:p>
            <a:pPr lvl="1" eaLnBrk="1" hangingPunct="1"/>
            <a:r>
              <a:rPr lang="zh-CN" altLang="en-US" dirty="0"/>
              <a:t>缺点：增加网络处理时间，处理效率不高。</a:t>
            </a:r>
          </a:p>
        </p:txBody>
      </p:sp>
      <p:pic>
        <p:nvPicPr>
          <p:cNvPr id="2097243" name="图片 2"/>
          <p:cNvPicPr>
            <a:picLocks/>
          </p:cNvPicPr>
          <p:nvPr/>
        </p:nvPicPr>
        <p:blipFill>
          <a:blip r:embed="rId5"/>
          <a:srcRect/>
          <a:stretch>
            <a:fillRect/>
          </a:stretch>
        </p:blipFill>
        <p:spPr>
          <a:xfrm>
            <a:off x="1906587" y="3789363"/>
            <a:ext cx="8748712" cy="2224087"/>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31"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3.4  </a:t>
            </a:r>
            <a:r>
              <a:rPr lang="zh-CN" altLang="en-US"/>
              <a:t>网络结构分析</a:t>
            </a:r>
          </a:p>
        </p:txBody>
      </p:sp>
      <p:sp>
        <p:nvSpPr>
          <p:cNvPr id="1049232" name="Rectangle 3"/>
          <p:cNvSpPr>
            <a:spLocks noGrp="1"/>
          </p:cNvSpPr>
          <p:nvPr>
            <p:ph idx="1"/>
          </p:nvPr>
        </p:nvSpPr>
        <p:spPr>
          <a:xfrm>
            <a:off x="767408" y="1340768"/>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利用隧道技术进行数据包封装</a:t>
            </a:r>
          </a:p>
        </p:txBody>
      </p:sp>
      <p:pic>
        <p:nvPicPr>
          <p:cNvPr id="2097244" name="Picture 4" descr="图03-21 利用隧道技术进行报文封装"/>
          <p:cNvPicPr>
            <a:picLocks/>
          </p:cNvPicPr>
          <p:nvPr/>
        </p:nvPicPr>
        <p:blipFill>
          <a:blip r:embed="rId5"/>
          <a:srcRect/>
          <a:stretch>
            <a:fillRect/>
          </a:stretch>
        </p:blipFill>
        <p:spPr>
          <a:xfrm>
            <a:off x="1919287" y="1773238"/>
            <a:ext cx="8675688" cy="4689475"/>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36"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3.4  </a:t>
            </a:r>
            <a:r>
              <a:rPr lang="zh-CN" altLang="en-US"/>
              <a:t>网络结构分析</a:t>
            </a:r>
          </a:p>
        </p:txBody>
      </p:sp>
      <p:sp>
        <p:nvSpPr>
          <p:cNvPr id="1049237" name="Rectangle 3"/>
          <p:cNvSpPr>
            <a:spLocks noGrp="1"/>
          </p:cNvSpPr>
          <p:nvPr>
            <p:ph idx="1"/>
          </p:nvPr>
        </p:nvSpPr>
        <p:spPr>
          <a:xfrm>
            <a:off x="911424" y="1287462"/>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其他技术</a:t>
            </a:r>
          </a:p>
          <a:p>
            <a:pPr lvl="1" eaLnBrk="1" hangingPunct="1"/>
            <a:r>
              <a:rPr lang="en-US" altLang="zh-CN" dirty="0"/>
              <a:t>专用软件或硬件进行IPv4</a:t>
            </a:r>
            <a:r>
              <a:rPr lang="zh-CN" altLang="en-US" dirty="0"/>
              <a:t>与</a:t>
            </a:r>
            <a:r>
              <a:rPr lang="en-US" altLang="zh-CN" dirty="0"/>
              <a:t>IPv6</a:t>
            </a:r>
            <a:r>
              <a:rPr lang="zh-CN" altLang="en-US" dirty="0"/>
              <a:t>协议的转换；</a:t>
            </a:r>
          </a:p>
          <a:p>
            <a:pPr lvl="1" eaLnBrk="1" hangingPunct="1"/>
            <a:r>
              <a:rPr lang="zh-CN" altLang="en-US" dirty="0"/>
              <a:t>报头转换；</a:t>
            </a:r>
          </a:p>
          <a:p>
            <a:pPr lvl="1" eaLnBrk="1" hangingPunct="1"/>
            <a:r>
              <a:rPr lang="zh-CN" altLang="en-US" dirty="0"/>
              <a:t>应用层代理等。</a:t>
            </a:r>
          </a:p>
        </p:txBody>
      </p:sp>
      <p:pic>
        <p:nvPicPr>
          <p:cNvPr id="2097245" name="图片 6"/>
          <p:cNvPicPr>
            <a:picLocks/>
          </p:cNvPicPr>
          <p:nvPr/>
        </p:nvPicPr>
        <p:blipFill>
          <a:blip r:embed="rId5"/>
          <a:srcRect/>
          <a:stretch>
            <a:fillRect/>
          </a:stretch>
        </p:blipFill>
        <p:spPr>
          <a:xfrm>
            <a:off x="2495600" y="3212976"/>
            <a:ext cx="8505825" cy="3503612"/>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39" name="Rectangle 5"/>
          <p:cNvSpPr txBox="1"/>
          <p:nvPr/>
        </p:nvSpPr>
        <p:spPr>
          <a:xfrm>
            <a:off x="2209800" y="6453187"/>
            <a:ext cx="1905000" cy="252412"/>
          </a:xfrm>
          <a:prstGeom prst="rect">
            <a:avLst/>
          </a:prstGeom>
          <a:noFill/>
          <a:ln>
            <a:noFill/>
          </a:ln>
        </p:spPr>
        <p:txBody>
          <a:bodyPr vert="horz" lIns="91440" tIns="45720" rIns="91440" bIns="45720" anchor="t"/>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hangingPunct="1"/>
            <a:r>
              <a:rPr lang="zh-CN" altLang="en-US" sz="1400"/>
              <a:t>主讲：窦军</a:t>
            </a:r>
          </a:p>
        </p:txBody>
      </p:sp>
      <p:sp>
        <p:nvSpPr>
          <p:cNvPr id="1049240" name="Rectangle 6"/>
          <p:cNvSpPr txBox="1"/>
          <p:nvPr/>
        </p:nvSpPr>
        <p:spPr>
          <a:xfrm>
            <a:off x="4648200" y="6248400"/>
            <a:ext cx="2895600" cy="457200"/>
          </a:xfrm>
          <a:prstGeom prst="rect">
            <a:avLst/>
          </a:prstGeom>
          <a:noFill/>
          <a:ln>
            <a:noFill/>
          </a:ln>
        </p:spPr>
        <p:txBody>
          <a:bodyPr vert="horz" lIns="91440" tIns="45720" rIns="91440" bIns="45720" anchor="t"/>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hangingPunct="1"/>
            <a:r>
              <a:rPr lang="en-US" altLang="zh-CN" sz="1400"/>
              <a:t>网络工程与设计</a:t>
            </a:r>
          </a:p>
        </p:txBody>
      </p:sp>
      <p:sp>
        <p:nvSpPr>
          <p:cNvPr id="1049241"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3.4  </a:t>
            </a:r>
            <a:r>
              <a:rPr lang="zh-CN" altLang="en-US"/>
              <a:t>网络结构分析</a:t>
            </a:r>
          </a:p>
        </p:txBody>
      </p:sp>
      <p:sp>
        <p:nvSpPr>
          <p:cNvPr id="1049242" name="Rectangle 3"/>
          <p:cNvSpPr>
            <a:spLocks noGrp="1"/>
          </p:cNvSpPr>
          <p:nvPr>
            <p:ph idx="1"/>
          </p:nvPr>
        </p:nvSpPr>
        <p:spPr>
          <a:xfrm>
            <a:off x="911424" y="1340768"/>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补充：</a:t>
            </a:r>
            <a:r>
              <a:rPr lang="en-US" altLang="zh-CN" dirty="0"/>
              <a:t>ISATAP</a:t>
            </a:r>
            <a:r>
              <a:rPr lang="zh-CN" altLang="en-US" dirty="0"/>
              <a:t>技术是一种</a:t>
            </a:r>
            <a:r>
              <a:rPr lang="en-US" altLang="zh-CN" dirty="0"/>
              <a:t>IPv6</a:t>
            </a:r>
            <a:r>
              <a:rPr lang="zh-CN" altLang="en-US" dirty="0"/>
              <a:t>过渡机制。</a:t>
            </a:r>
          </a:p>
        </p:txBody>
      </p:sp>
      <p:pic>
        <p:nvPicPr>
          <p:cNvPr id="2097246" name="图片 1"/>
          <p:cNvPicPr>
            <a:picLocks/>
          </p:cNvPicPr>
          <p:nvPr/>
        </p:nvPicPr>
        <p:blipFill>
          <a:blip r:embed="rId5"/>
          <a:srcRect/>
          <a:stretch>
            <a:fillRect/>
          </a:stretch>
        </p:blipFill>
        <p:spPr>
          <a:xfrm>
            <a:off x="2351087" y="1812926"/>
            <a:ext cx="7777162" cy="5045075"/>
          </a:xfrm>
          <a:prstGeom prst="rect">
            <a:avLst/>
          </a:prstGeom>
          <a:noFill/>
          <a:ln>
            <a:noFill/>
          </a:ln>
        </p:spPr>
      </p:pic>
      <p:sp>
        <p:nvSpPr>
          <p:cNvPr id="1049243" name="灯片编号占位符 2"/>
          <p:cNvSpPr txBox="1"/>
          <p:nvPr/>
        </p:nvSpPr>
        <p:spPr>
          <a:xfrm>
            <a:off x="8077200" y="6453187"/>
            <a:ext cx="1905000" cy="252412"/>
          </a:xfrm>
          <a:prstGeom prst="rect">
            <a:avLst/>
          </a:prstGeom>
          <a:noFill/>
          <a:ln>
            <a:noFill/>
          </a:ln>
        </p:spPr>
        <p:txBody>
          <a:bodyPr vert="horz" lIns="91440" tIns="45720" rIns="91440" bIns="45720" anchor="t"/>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algn="r" eaLnBrk="1" hangingPunct="1"/>
            <a:r>
              <a:rPr lang="zh-CN" altLang="en-US" sz="1400"/>
              <a:t>第</a:t>
            </a:r>
            <a:fld id="{566ABCEB-ACFC-4714-9973-3DA970169C29}" type="slidenum">
              <a:rPr lang="zh-CN" altLang="en-US" sz="1400"/>
              <a:pPr lvl="0" algn="r" eaLnBrk="1" hangingPunct="1"/>
              <a:t>102</a:t>
            </a:fld>
            <a:r>
              <a:rPr lang="zh-CN" altLang="en-US" sz="1400"/>
              <a:t>页 共</a:t>
            </a:r>
            <a:r>
              <a:rPr lang="en-US" altLang="zh-CN" sz="1400"/>
              <a:t>111</a:t>
            </a:r>
            <a:r>
              <a:rPr lang="zh-CN" altLang="en-US" sz="1400"/>
              <a:t>页</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46"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3.4  </a:t>
            </a:r>
            <a:r>
              <a:rPr lang="zh-CN" altLang="en-US"/>
              <a:t>服务子网和网络扩展设计</a:t>
            </a:r>
          </a:p>
        </p:txBody>
      </p:sp>
      <p:sp>
        <p:nvSpPr>
          <p:cNvPr id="1049247" name="Rectangle 3"/>
          <p:cNvSpPr>
            <a:spLocks noGrp="1"/>
          </p:cNvSpPr>
          <p:nvPr>
            <p:ph idx="1"/>
          </p:nvPr>
        </p:nvSpPr>
        <p:spPr>
          <a:xfrm>
            <a:off x="587896" y="1628800"/>
            <a:ext cx="2233464"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en-US" altLang="zh-CN" dirty="0"/>
              <a:t>IPv4</a:t>
            </a:r>
            <a:r>
              <a:rPr lang="zh-CN" altLang="en-US" dirty="0"/>
              <a:t>升级到</a:t>
            </a:r>
            <a:r>
              <a:rPr lang="en-US" altLang="zh-CN" dirty="0"/>
              <a:t>IPv6</a:t>
            </a:r>
            <a:r>
              <a:rPr lang="zh-CN" altLang="en-US" dirty="0"/>
              <a:t>的技术比较</a:t>
            </a:r>
          </a:p>
        </p:txBody>
      </p:sp>
      <p:grpSp>
        <p:nvGrpSpPr>
          <p:cNvPr id="252" name="组合 251"/>
          <p:cNvGrpSpPr/>
          <p:nvPr/>
        </p:nvGrpSpPr>
        <p:grpSpPr>
          <a:xfrm>
            <a:off x="2999656" y="348194"/>
            <a:ext cx="8532440" cy="5805264"/>
            <a:chOff x="0" y="0"/>
            <a:chExt cx="5760" cy="4320"/>
          </a:xfrm>
        </p:grpSpPr>
        <p:pic>
          <p:nvPicPr>
            <p:cNvPr id="2097247" name="Picture 4" descr="200633174719773"/>
            <p:cNvPicPr>
              <a:picLocks/>
            </p:cNvPicPr>
            <p:nvPr/>
          </p:nvPicPr>
          <p:blipFill>
            <a:blip r:embed="rId5"/>
            <a:srcRect/>
            <a:stretch>
              <a:fillRect/>
            </a:stretch>
          </p:blipFill>
          <p:spPr>
            <a:xfrm>
              <a:off x="0" y="0"/>
              <a:ext cx="5760" cy="4320"/>
            </a:xfrm>
            <a:prstGeom prst="rect">
              <a:avLst/>
            </a:prstGeom>
            <a:noFill/>
            <a:ln>
              <a:noFill/>
            </a:ln>
          </p:spPr>
        </p:pic>
        <p:sp>
          <p:nvSpPr>
            <p:cNvPr id="1049248" name="Rectangle 7"/>
            <p:cNvSpPr/>
            <p:nvPr/>
          </p:nvSpPr>
          <p:spPr>
            <a:xfrm>
              <a:off x="113" y="0"/>
              <a:ext cx="5398" cy="210"/>
            </a:xfrm>
            <a:prstGeom prst="rect">
              <a:avLst/>
            </a:prstGeom>
            <a:solidFill>
              <a:schemeClr val="lt1"/>
            </a:solidFill>
            <a:ln>
              <a:noFill/>
            </a:ln>
          </p:spPr>
          <p:txBody>
            <a:bodyPr vert="horz" wrap="none" lIns="91440" tIns="45720" rIns="91440" bIns="45720" anchor="ctr"/>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hangingPunct="1"/>
              <a:endParaRPr lang="zh-CN" altLang="en-US"/>
            </a:p>
          </p:txBody>
        </p:sp>
        <p:sp>
          <p:nvSpPr>
            <p:cNvPr id="1049249" name="Rectangle 5"/>
            <p:cNvSpPr/>
            <p:nvPr/>
          </p:nvSpPr>
          <p:spPr>
            <a:xfrm>
              <a:off x="1791" y="5"/>
              <a:ext cx="2044" cy="250"/>
            </a:xfrm>
            <a:prstGeom prst="rect">
              <a:avLst/>
            </a:prstGeom>
            <a:noFill/>
            <a:ln>
              <a:noFill/>
            </a:ln>
          </p:spPr>
          <p:txBody>
            <a:bodyPr vert="horz" wrap="none" lIns="91440" tIns="45720" rIns="91440" bIns="45720" anchor="t">
              <a:spAutoFit/>
            </a:bodyPr>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hangingPunct="1"/>
              <a:r>
                <a:rPr lang="en-US" altLang="zh-CN" sz="2000" b="1">
                  <a:solidFill>
                    <a:srgbClr val="FF0000"/>
                  </a:solidFill>
                </a:rPr>
                <a:t>IPv4</a:t>
              </a:r>
              <a:r>
                <a:rPr lang="zh-CN" altLang="en-US" sz="2000" b="1">
                  <a:solidFill>
                    <a:srgbClr val="FF0000"/>
                  </a:solidFill>
                </a:rPr>
                <a:t>升级到</a:t>
              </a:r>
              <a:r>
                <a:rPr lang="en-US" altLang="zh-CN" sz="2000" b="1">
                  <a:solidFill>
                    <a:srgbClr val="FF0000"/>
                  </a:solidFill>
                </a:rPr>
                <a:t>IPv6</a:t>
              </a:r>
              <a:r>
                <a:rPr lang="zh-CN" altLang="en-US" sz="2000" b="1">
                  <a:solidFill>
                    <a:srgbClr val="FF0000"/>
                  </a:solidFill>
                </a:rPr>
                <a:t>的技术比较</a:t>
              </a:r>
            </a:p>
          </p:txBody>
        </p:sp>
        <p:sp>
          <p:nvSpPr>
            <p:cNvPr id="1049250" name="Rectangle 8"/>
            <p:cNvSpPr/>
            <p:nvPr/>
          </p:nvSpPr>
          <p:spPr>
            <a:xfrm>
              <a:off x="63" y="709"/>
              <a:ext cx="277" cy="442"/>
            </a:xfrm>
            <a:prstGeom prst="rect">
              <a:avLst/>
            </a:prstGeom>
            <a:noFill/>
            <a:ln>
              <a:noFill/>
            </a:ln>
          </p:spPr>
          <p:txBody>
            <a:bodyPr vert="horz" wrap="none" lIns="91440" tIns="45720" rIns="91440" bIns="45720" anchor="t">
              <a:spAutoFit/>
            </a:bodyPr>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hangingPunct="1"/>
              <a:r>
                <a:rPr lang="zh-CN" altLang="en-US" sz="2000" b="1">
                  <a:solidFill>
                    <a:srgbClr val="0000FF"/>
                  </a:solidFill>
                </a:rPr>
                <a:t>双</a:t>
              </a:r>
            </a:p>
            <a:p>
              <a:pPr lvl="0" eaLnBrk="1" hangingPunct="1"/>
              <a:r>
                <a:rPr lang="zh-CN" altLang="en-US" sz="2000" b="1">
                  <a:solidFill>
                    <a:srgbClr val="0000FF"/>
                  </a:solidFill>
                </a:rPr>
                <a:t>栈</a:t>
              </a:r>
            </a:p>
          </p:txBody>
        </p:sp>
        <p:sp>
          <p:nvSpPr>
            <p:cNvPr id="1049251" name="Rectangle 9"/>
            <p:cNvSpPr/>
            <p:nvPr/>
          </p:nvSpPr>
          <p:spPr>
            <a:xfrm>
              <a:off x="68" y="1842"/>
              <a:ext cx="277" cy="826"/>
            </a:xfrm>
            <a:prstGeom prst="rect">
              <a:avLst/>
            </a:prstGeom>
            <a:noFill/>
            <a:ln>
              <a:noFill/>
            </a:ln>
          </p:spPr>
          <p:txBody>
            <a:bodyPr vert="horz" wrap="none" lIns="91440" tIns="45720" rIns="91440" bIns="45720" anchor="t">
              <a:spAutoFit/>
            </a:bodyPr>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hangingPunct="1"/>
              <a:r>
                <a:rPr lang="zh-CN" altLang="en-US" sz="2000" b="1">
                  <a:solidFill>
                    <a:srgbClr val="0000FF"/>
                  </a:solidFill>
                </a:rPr>
                <a:t>隧</a:t>
              </a:r>
            </a:p>
            <a:p>
              <a:pPr lvl="0" eaLnBrk="1" hangingPunct="1"/>
              <a:r>
                <a:rPr lang="zh-CN" altLang="en-US" sz="2000" b="1">
                  <a:solidFill>
                    <a:srgbClr val="0000FF"/>
                  </a:solidFill>
                </a:rPr>
                <a:t>道</a:t>
              </a:r>
            </a:p>
            <a:p>
              <a:pPr lvl="0" eaLnBrk="1" hangingPunct="1"/>
              <a:r>
                <a:rPr lang="zh-CN" altLang="en-US" sz="2000" b="1">
                  <a:solidFill>
                    <a:srgbClr val="0000FF"/>
                  </a:solidFill>
                </a:rPr>
                <a:t>技</a:t>
              </a:r>
            </a:p>
            <a:p>
              <a:pPr lvl="0" eaLnBrk="1" hangingPunct="1"/>
              <a:r>
                <a:rPr lang="zh-CN" altLang="en-US" sz="2000" b="1">
                  <a:solidFill>
                    <a:srgbClr val="0000FF"/>
                  </a:solidFill>
                </a:rPr>
                <a:t>术</a:t>
              </a:r>
            </a:p>
          </p:txBody>
        </p:sp>
      </p:gr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55"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3.4  </a:t>
            </a:r>
            <a:r>
              <a:rPr lang="zh-CN" altLang="en-US"/>
              <a:t>网络结构分析</a:t>
            </a:r>
          </a:p>
        </p:txBody>
      </p:sp>
      <p:sp>
        <p:nvSpPr>
          <p:cNvPr id="1049256" name="Rectangle 3"/>
          <p:cNvSpPr>
            <a:spLocks noGrp="1"/>
          </p:cNvSpPr>
          <p:nvPr>
            <p:ph idx="1"/>
          </p:nvPr>
        </p:nvSpPr>
        <p:spPr>
          <a:xfrm>
            <a:off x="838200" y="1825625"/>
            <a:ext cx="1945432"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en-US" altLang="zh-CN" dirty="0"/>
              <a:t>IPv4</a:t>
            </a:r>
            <a:r>
              <a:rPr lang="zh-CN" altLang="en-US" dirty="0"/>
              <a:t>升级到</a:t>
            </a:r>
            <a:r>
              <a:rPr lang="en-US" altLang="zh-CN" dirty="0"/>
              <a:t>IPv6</a:t>
            </a:r>
            <a:r>
              <a:rPr lang="zh-CN" altLang="en-US" dirty="0"/>
              <a:t>的技术比较</a:t>
            </a:r>
            <a:r>
              <a:rPr lang="en-US" altLang="zh-CN" dirty="0"/>
              <a:t>(</a:t>
            </a:r>
            <a:r>
              <a:rPr lang="zh-CN" altLang="en-US" dirty="0"/>
              <a:t>续表</a:t>
            </a:r>
            <a:r>
              <a:rPr lang="en-US" altLang="zh-CN" dirty="0"/>
              <a:t>)</a:t>
            </a:r>
          </a:p>
        </p:txBody>
      </p:sp>
      <p:grpSp>
        <p:nvGrpSpPr>
          <p:cNvPr id="254" name="组合 253"/>
          <p:cNvGrpSpPr/>
          <p:nvPr/>
        </p:nvGrpSpPr>
        <p:grpSpPr>
          <a:xfrm>
            <a:off x="3162300" y="1163638"/>
            <a:ext cx="9144000" cy="5013325"/>
            <a:chOff x="0" y="1162"/>
            <a:chExt cx="5760" cy="3158"/>
          </a:xfrm>
        </p:grpSpPr>
        <p:grpSp>
          <p:nvGrpSpPr>
            <p:cNvPr id="255" name="组合 254"/>
            <p:cNvGrpSpPr/>
            <p:nvPr/>
          </p:nvGrpSpPr>
          <p:grpSpPr>
            <a:xfrm>
              <a:off x="0" y="1162"/>
              <a:ext cx="5760" cy="3158"/>
              <a:chOff x="0" y="1389"/>
              <a:chExt cx="5760" cy="2931"/>
            </a:xfrm>
          </p:grpSpPr>
          <p:pic>
            <p:nvPicPr>
              <p:cNvPr id="2097248" name="Picture 4" descr="200633174719773"/>
              <p:cNvPicPr>
                <a:picLocks/>
              </p:cNvPicPr>
              <p:nvPr/>
            </p:nvPicPr>
            <p:blipFill>
              <a:blip r:embed="rId5"/>
              <a:srcRect/>
              <a:stretch>
                <a:fillRect/>
              </a:stretch>
            </p:blipFill>
            <p:spPr>
              <a:xfrm>
                <a:off x="0" y="1389"/>
                <a:ext cx="5760" cy="588"/>
              </a:xfrm>
              <a:prstGeom prst="rect">
                <a:avLst/>
              </a:prstGeom>
              <a:noFill/>
              <a:ln>
                <a:noFill/>
              </a:ln>
            </p:spPr>
          </p:pic>
          <p:pic>
            <p:nvPicPr>
              <p:cNvPr id="2097249" name="Picture 6" descr="200633174719773"/>
              <p:cNvPicPr>
                <a:picLocks/>
              </p:cNvPicPr>
              <p:nvPr/>
            </p:nvPicPr>
            <p:blipFill>
              <a:blip r:embed="rId6"/>
              <a:srcRect/>
              <a:stretch>
                <a:fillRect/>
              </a:stretch>
            </p:blipFill>
            <p:spPr>
              <a:xfrm>
                <a:off x="0" y="1879"/>
                <a:ext cx="5760" cy="2441"/>
              </a:xfrm>
              <a:prstGeom prst="rect">
                <a:avLst/>
              </a:prstGeom>
              <a:noFill/>
              <a:ln>
                <a:noFill/>
              </a:ln>
            </p:spPr>
          </p:pic>
        </p:grpSp>
        <p:sp>
          <p:nvSpPr>
            <p:cNvPr id="1049257" name="Rectangle 9"/>
            <p:cNvSpPr/>
            <p:nvPr/>
          </p:nvSpPr>
          <p:spPr>
            <a:xfrm>
              <a:off x="68" y="2478"/>
              <a:ext cx="277" cy="826"/>
            </a:xfrm>
            <a:prstGeom prst="rect">
              <a:avLst/>
            </a:prstGeom>
            <a:noFill/>
            <a:ln>
              <a:noFill/>
            </a:ln>
          </p:spPr>
          <p:txBody>
            <a:bodyPr vert="horz" wrap="none" lIns="91440" tIns="45720" rIns="91440" bIns="45720" anchor="t">
              <a:spAutoFit/>
            </a:bodyPr>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hangingPunct="1"/>
              <a:r>
                <a:rPr lang="zh-CN" altLang="en-US" sz="2000" b="1">
                  <a:solidFill>
                    <a:srgbClr val="0000FF"/>
                  </a:solidFill>
                </a:rPr>
                <a:t>翻</a:t>
              </a:r>
            </a:p>
            <a:p>
              <a:pPr lvl="0" eaLnBrk="1" hangingPunct="1"/>
              <a:r>
                <a:rPr lang="zh-CN" altLang="en-US" sz="2000" b="1">
                  <a:solidFill>
                    <a:srgbClr val="0000FF"/>
                  </a:solidFill>
                </a:rPr>
                <a:t>译</a:t>
              </a:r>
            </a:p>
            <a:p>
              <a:pPr lvl="0" eaLnBrk="1" hangingPunct="1"/>
              <a:r>
                <a:rPr lang="zh-CN" altLang="en-US" sz="2000" b="1">
                  <a:solidFill>
                    <a:srgbClr val="0000FF"/>
                  </a:solidFill>
                </a:rPr>
                <a:t>技</a:t>
              </a:r>
            </a:p>
            <a:p>
              <a:pPr lvl="0" eaLnBrk="1" hangingPunct="1"/>
              <a:r>
                <a:rPr lang="zh-CN" altLang="en-US" sz="2000" b="1">
                  <a:solidFill>
                    <a:srgbClr val="0000FF"/>
                  </a:solidFill>
                </a:rPr>
                <a:t>术</a:t>
              </a:r>
            </a:p>
          </p:txBody>
        </p:sp>
      </p:gr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61"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3.4  </a:t>
            </a:r>
            <a:r>
              <a:rPr lang="zh-CN" altLang="en-US"/>
              <a:t>网络结构分析</a:t>
            </a:r>
          </a:p>
        </p:txBody>
      </p:sp>
      <p:sp>
        <p:nvSpPr>
          <p:cNvPr id="1049262" name="Rectangle 3"/>
          <p:cNvSpPr>
            <a:spLocks noGrp="1"/>
          </p:cNvSpPr>
          <p:nvPr>
            <p:ph idx="1"/>
          </p:nvPr>
        </p:nvSpPr>
        <p:spPr>
          <a:xfrm>
            <a:off x="838200" y="1336675"/>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buFontTx/>
              <a:buNone/>
            </a:pPr>
            <a:r>
              <a:rPr lang="en-US" altLang="zh-CN" sz="3200" b="1" dirty="0">
                <a:solidFill>
                  <a:srgbClr val="0000FF"/>
                </a:solidFill>
              </a:rPr>
              <a:t>3.4.4  </a:t>
            </a:r>
            <a:r>
              <a:rPr lang="zh-CN" altLang="en-US" sz="3200" b="1" dirty="0">
                <a:solidFill>
                  <a:srgbClr val="0000FF"/>
                </a:solidFill>
              </a:rPr>
              <a:t>网络设计案例分析</a:t>
            </a:r>
          </a:p>
          <a:p>
            <a:pPr lvl="0" eaLnBrk="1" hangingPunct="1"/>
            <a:r>
              <a:rPr lang="zh-CN" altLang="en-US" dirty="0"/>
              <a:t>网络层次不清晰的设计案例分析</a:t>
            </a:r>
          </a:p>
          <a:p>
            <a:pPr lvl="1" eaLnBrk="1" hangingPunct="1"/>
            <a:r>
              <a:rPr lang="en-US" altLang="zh-CN" dirty="0" err="1"/>
              <a:t>某校园网络结构图如图所示</a:t>
            </a:r>
            <a:r>
              <a:rPr lang="en-US" altLang="zh-CN" dirty="0"/>
              <a:t>。</a:t>
            </a:r>
          </a:p>
        </p:txBody>
      </p:sp>
      <p:pic>
        <p:nvPicPr>
          <p:cNvPr id="2097250" name="Picture 4" descr="图03-22 某校园网一期工程结构图"/>
          <p:cNvPicPr>
            <a:picLocks/>
          </p:cNvPicPr>
          <p:nvPr/>
        </p:nvPicPr>
        <p:blipFill>
          <a:blip r:embed="rId5"/>
          <a:srcRect/>
          <a:stretch>
            <a:fillRect/>
          </a:stretch>
        </p:blipFill>
        <p:spPr>
          <a:xfrm>
            <a:off x="4223792" y="2708920"/>
            <a:ext cx="6048375" cy="4046537"/>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66"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3.4  </a:t>
            </a:r>
            <a:r>
              <a:rPr lang="zh-CN" altLang="en-US"/>
              <a:t>网络结构分析</a:t>
            </a:r>
          </a:p>
        </p:txBody>
      </p:sp>
      <p:sp>
        <p:nvSpPr>
          <p:cNvPr id="1049267" name="Rectangle 3"/>
          <p:cNvSpPr>
            <a:spLocks noGrp="1"/>
          </p:cNvSpPr>
          <p:nvPr>
            <p:ph idx="1"/>
          </p:nvPr>
        </p:nvSpPr>
        <p:spPr>
          <a:xfrm>
            <a:off x="911424" y="1628800"/>
            <a:ext cx="10515600" cy="4351338"/>
          </a:xfrm>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dirty="0"/>
              <a:t>网络设计存在以下问题</a:t>
            </a:r>
          </a:p>
          <a:p>
            <a:pPr lvl="1" eaLnBrk="1" hangingPunct="1"/>
            <a:r>
              <a:rPr lang="zh-CN" altLang="en-US" dirty="0"/>
              <a:t>结构设计不合理，交换机级联太深。</a:t>
            </a:r>
          </a:p>
          <a:p>
            <a:pPr lvl="1" eaLnBrk="1" hangingPunct="1"/>
            <a:r>
              <a:rPr lang="zh-CN" altLang="en-US" dirty="0"/>
              <a:t>交换机配置存在问题。</a:t>
            </a:r>
          </a:p>
          <a:p>
            <a:pPr lvl="1" eaLnBrk="1" hangingPunct="1"/>
            <a:r>
              <a:rPr lang="zh-CN" altLang="en-US" dirty="0"/>
              <a:t>设计方案中网络结构划分不明确。</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71"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3.4  </a:t>
            </a:r>
            <a:r>
              <a:rPr lang="zh-CN" altLang="en-US"/>
              <a:t>网络结构分析</a:t>
            </a:r>
          </a:p>
        </p:txBody>
      </p:sp>
      <p:sp>
        <p:nvSpPr>
          <p:cNvPr id="1049272" name="Rectangle 3"/>
          <p:cNvSpPr>
            <a:spLocks noGrp="1"/>
          </p:cNvSpPr>
          <p:nvPr>
            <p:ph idx="1"/>
          </p:nvPr>
        </p:nvSpPr>
        <p:spPr>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a:t>网络核心层过于复杂的案例分析</a:t>
            </a:r>
          </a:p>
        </p:txBody>
      </p:sp>
      <p:pic>
        <p:nvPicPr>
          <p:cNvPr id="2097252" name="Picture 4" descr="图03-24 一个不好的设计案例"/>
          <p:cNvPicPr>
            <a:picLocks/>
          </p:cNvPicPr>
          <p:nvPr/>
        </p:nvPicPr>
        <p:blipFill>
          <a:blip r:embed="rId5"/>
          <a:srcRect/>
          <a:stretch>
            <a:fillRect/>
          </a:stretch>
        </p:blipFill>
        <p:spPr>
          <a:xfrm>
            <a:off x="6646863" y="1117601"/>
            <a:ext cx="5545137" cy="4992687"/>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76"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3.4  </a:t>
            </a:r>
            <a:r>
              <a:rPr lang="zh-CN" altLang="en-US"/>
              <a:t>网络结构分析</a:t>
            </a:r>
          </a:p>
        </p:txBody>
      </p:sp>
      <p:sp>
        <p:nvSpPr>
          <p:cNvPr id="1049277" name="Rectangle 3"/>
          <p:cNvSpPr>
            <a:spLocks noGrp="1"/>
          </p:cNvSpPr>
          <p:nvPr>
            <p:ph idx="1"/>
          </p:nvPr>
        </p:nvSpPr>
        <p:spPr>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en-US" altLang="zh-CN"/>
              <a:t>[</a:t>
            </a:r>
            <a:r>
              <a:rPr lang="zh-CN" altLang="en-US"/>
              <a:t>案例</a:t>
            </a:r>
            <a:r>
              <a:rPr lang="en-US" altLang="zh-CN"/>
              <a:t>] </a:t>
            </a:r>
            <a:r>
              <a:rPr lang="zh-CN" altLang="en-US"/>
              <a:t>网络核心过于复杂案例</a:t>
            </a:r>
          </a:p>
        </p:txBody>
      </p:sp>
      <p:pic>
        <p:nvPicPr>
          <p:cNvPr id="2097253" name="Picture 5"/>
          <p:cNvPicPr>
            <a:picLocks/>
          </p:cNvPicPr>
          <p:nvPr/>
        </p:nvPicPr>
        <p:blipFill>
          <a:blip r:embed="rId5"/>
          <a:srcRect/>
          <a:stretch>
            <a:fillRect/>
          </a:stretch>
        </p:blipFill>
        <p:spPr>
          <a:xfrm>
            <a:off x="6240016" y="1268760"/>
            <a:ext cx="5257800" cy="4891087"/>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79" name="Rectangle 5"/>
          <p:cNvSpPr txBox="1"/>
          <p:nvPr/>
        </p:nvSpPr>
        <p:spPr>
          <a:xfrm>
            <a:off x="2209800" y="6453187"/>
            <a:ext cx="1905000" cy="252412"/>
          </a:xfrm>
          <a:prstGeom prst="rect">
            <a:avLst/>
          </a:prstGeom>
          <a:noFill/>
          <a:ln>
            <a:noFill/>
          </a:ln>
        </p:spPr>
        <p:txBody>
          <a:bodyPr vert="horz" lIns="91440" tIns="45720" rIns="91440" bIns="45720" anchor="t"/>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eaLnBrk="1" hangingPunct="1"/>
            <a:r>
              <a:rPr lang="zh-CN" altLang="en-US" sz="1400"/>
              <a:t>主讲：窦军</a:t>
            </a:r>
          </a:p>
        </p:txBody>
      </p:sp>
      <p:sp>
        <p:nvSpPr>
          <p:cNvPr id="1049280" name="Rectangle 6"/>
          <p:cNvSpPr txBox="1"/>
          <p:nvPr/>
        </p:nvSpPr>
        <p:spPr>
          <a:xfrm>
            <a:off x="4648200" y="6248400"/>
            <a:ext cx="2895600" cy="457200"/>
          </a:xfrm>
          <a:prstGeom prst="rect">
            <a:avLst/>
          </a:prstGeom>
          <a:noFill/>
          <a:ln>
            <a:noFill/>
          </a:ln>
        </p:spPr>
        <p:txBody>
          <a:bodyPr vert="horz" lIns="91440" tIns="45720" rIns="91440" bIns="45720" anchor="t"/>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algn="ctr" eaLnBrk="1" hangingPunct="1"/>
            <a:r>
              <a:rPr lang="en-US" altLang="zh-CN" sz="1400"/>
              <a:t>网络工程与设计</a:t>
            </a:r>
          </a:p>
        </p:txBody>
      </p:sp>
      <p:sp>
        <p:nvSpPr>
          <p:cNvPr id="1049281" name="Rectangle 2"/>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pPr lvl="0" eaLnBrk="1" hangingPunct="1"/>
            <a:r>
              <a:rPr lang="en-US" altLang="zh-CN"/>
              <a:t> </a:t>
            </a:r>
            <a:r>
              <a:rPr lang="zh-CN" altLang="en-US"/>
              <a:t>课程作业与讨论 </a:t>
            </a:r>
          </a:p>
        </p:txBody>
      </p:sp>
      <p:sp>
        <p:nvSpPr>
          <p:cNvPr id="1049282" name="Rectangle 3"/>
          <p:cNvSpPr>
            <a:spLocks noGrp="1"/>
          </p:cNvSpPr>
          <p:nvPr>
            <p:ph idx="1"/>
          </p:nvPr>
        </p:nvSpPr>
        <p:spPr>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eaLnBrk="1" hangingPunct="1"/>
            <a:r>
              <a:rPr lang="zh-CN" altLang="en-US">
                <a:solidFill>
                  <a:srgbClr val="A50021"/>
                </a:solidFill>
              </a:rPr>
              <a:t>讨论：</a:t>
            </a:r>
          </a:p>
          <a:p>
            <a:pPr lvl="1" eaLnBrk="1" hangingPunct="1"/>
            <a:r>
              <a:rPr lang="zh-CN" altLang="en-US" b="1"/>
              <a:t>网络拓扑结构与哪些网络技术相关，举例说明。</a:t>
            </a:r>
          </a:p>
          <a:p>
            <a:pPr lvl="1" eaLnBrk="1" hangingPunct="1"/>
            <a:endParaRPr lang="zh-CN" altLang="en-US" sz="3200"/>
          </a:p>
          <a:p>
            <a:pPr lvl="1" eaLnBrk="1" hangingPunct="1"/>
            <a:endParaRPr lang="zh-CN" altLang="en-US"/>
          </a:p>
          <a:p>
            <a:pPr lvl="1" algn="ctr" eaLnBrk="1" hangingPunct="1">
              <a:buFontTx/>
              <a:buNone/>
            </a:pPr>
            <a:r>
              <a:rPr lang="en-US" altLang="zh-CN" sz="3200" b="1">
                <a:solidFill>
                  <a:srgbClr val="FF3399"/>
                </a:solidFill>
                <a:effectLst>
                  <a:outerShdw blurRad="38100" dist="38100" dir="2700000" algn="tl">
                    <a:srgbClr val="C0C0C0"/>
                  </a:outerShdw>
                </a:effectLst>
                <a:ea typeface="黑体" pitchFamily="49" charset="-122"/>
              </a:rPr>
              <a:t>【</a:t>
            </a:r>
            <a:r>
              <a:rPr lang="zh-CN" altLang="en-US" sz="3200" b="1">
                <a:solidFill>
                  <a:srgbClr val="FF3399"/>
                </a:solidFill>
                <a:effectLst>
                  <a:outerShdw blurRad="38100" dist="38100" dir="2700000" algn="tl">
                    <a:srgbClr val="C0C0C0"/>
                  </a:outerShdw>
                </a:effectLst>
                <a:ea typeface="黑体" pitchFamily="49" charset="-122"/>
              </a:rPr>
              <a:t>本章结束</a:t>
            </a:r>
            <a:r>
              <a:rPr lang="en-US" altLang="zh-CN" sz="3200" b="1">
                <a:solidFill>
                  <a:srgbClr val="FF3399"/>
                </a:solidFill>
                <a:effectLst>
                  <a:outerShdw blurRad="38100" dist="38100" dir="2700000" algn="tl">
                    <a:srgbClr val="C0C0C0"/>
                  </a:outerShdw>
                </a:effectLst>
                <a:ea typeface="黑体" pitchFamily="49" charset="-122"/>
              </a:rPr>
              <a:t>】</a:t>
            </a:r>
          </a:p>
        </p:txBody>
      </p:sp>
      <p:sp>
        <p:nvSpPr>
          <p:cNvPr id="1049283" name="灯片编号占位符 2"/>
          <p:cNvSpPr txBox="1"/>
          <p:nvPr/>
        </p:nvSpPr>
        <p:spPr>
          <a:xfrm>
            <a:off x="8077200" y="6453187"/>
            <a:ext cx="1905000" cy="252412"/>
          </a:xfrm>
          <a:prstGeom prst="rect">
            <a:avLst/>
          </a:prstGeom>
          <a:noFill/>
          <a:ln>
            <a:noFill/>
          </a:ln>
        </p:spPr>
        <p:txBody>
          <a:bodyPr vert="horz" lIns="91440" tIns="45720" rIns="91440" bIns="45720" anchor="t"/>
          <a:lstStyle>
            <a:lvl1pPr marL="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1pPr>
            <a:lvl2pPr marL="4572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2pPr>
            <a:lvl3pPr marL="9144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3pPr>
            <a:lvl4pPr marL="13716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4pPr>
            <a:lvl5pPr marL="1828800" indent="0" algn="l" rtl="0" eaLnBrk="0" fontAlgn="base" latinLnBrk="0" hangingPunct="0">
              <a:lnSpc>
                <a:spcPct val="100000"/>
              </a:lnSpc>
              <a:spcBef>
                <a:spcPct val="0"/>
              </a:spcBef>
              <a:spcAft>
                <a:spcPct val="0"/>
              </a:spcAft>
              <a:buFontTx/>
              <a:buNone/>
              <a:defRPr sz="2800" b="0" i="0" u="none" baseline="0">
                <a:solidFill>
                  <a:schemeClr val="dk1"/>
                </a:solidFill>
                <a:latin typeface="Times New Roman" pitchFamily="18" charset="0"/>
                <a:ea typeface="宋体" pitchFamily="2" charset="-122"/>
                <a:sym typeface="Times New Roman" pitchFamily="18" charset="0"/>
              </a:defRPr>
            </a:lvl5pPr>
          </a:lstStyle>
          <a:p>
            <a:pPr lvl="0" algn="r" eaLnBrk="1" hangingPunct="1"/>
            <a:r>
              <a:rPr lang="zh-CN" altLang="en-US" sz="1400"/>
              <a:t>第</a:t>
            </a:r>
            <a:fld id="{566ABCEB-ACFC-4714-9973-3DA970169C29}" type="slidenum">
              <a:rPr lang="zh-CN" altLang="en-US" sz="1400"/>
              <a:pPr lvl="0" algn="r" eaLnBrk="1" hangingPunct="1"/>
              <a:t>109</a:t>
            </a:fld>
            <a:r>
              <a:rPr lang="zh-CN" altLang="en-US" sz="1400"/>
              <a:t>页 共</a:t>
            </a:r>
            <a:r>
              <a:rPr lang="en-US" altLang="zh-CN" sz="1400"/>
              <a:t>111</a:t>
            </a:r>
            <a:r>
              <a:rPr lang="zh-CN" altLang="en-US" sz="1400"/>
              <a:t>页</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84" name="标题 1"/>
          <p:cNvSpPr>
            <a:spLocks noGrp="1"/>
          </p:cNvSpPr>
          <p:nvPr>
            <p:ph type="title"/>
          </p:nvPr>
        </p:nvSpPr>
        <p:spPr>
          <a:prstGeom prst="rect">
            <a:avLst/>
          </a:prstGeom>
          <a:noFill/>
          <a:ln>
            <a:noFill/>
          </a:ln>
        </p:spPr>
        <p:txBody>
          <a:bodyPr vert="horz" lIns="91440" tIns="45720" rIns="91440" bIns="45720" rtlCol="0" anchor="ctr">
            <a:normAutofit/>
          </a:bodyPr>
          <a:lstStyle>
            <a:lvl1pPr marL="0" indent="0" algn="l" rtl="0" eaLnBrk="0" fontAlgn="base" latinLnBrk="0" hangingPunct="0">
              <a:lnSpc>
                <a:spcPct val="100000"/>
              </a:lnSpc>
              <a:spcBef>
                <a:spcPct val="0"/>
              </a:spcBef>
              <a:spcAft>
                <a:spcPct val="0"/>
              </a:spcAft>
              <a:buFontTx/>
              <a:buNone/>
              <a:defRPr sz="2800" b="1" i="0" u="none" baseline="0">
                <a:solidFill>
                  <a:srgbClr val="9900FF"/>
                </a:solidFill>
                <a:latin typeface="Times New Roman" pitchFamily="18" charset="0"/>
                <a:ea typeface="幼圆" pitchFamily="49" charset="-122"/>
                <a:sym typeface="Times New Roman" pitchFamily="18" charset="0"/>
              </a:defRPr>
            </a:lvl1pPr>
          </a:lstStyle>
          <a:p>
            <a:r>
              <a:rPr lang="zh-CN" altLang="en-US"/>
              <a:t>作业</a:t>
            </a:r>
            <a:r>
              <a:rPr lang="en-US" altLang="zh-CN"/>
              <a:t>3</a:t>
            </a:r>
          </a:p>
        </p:txBody>
      </p:sp>
      <p:sp>
        <p:nvSpPr>
          <p:cNvPr id="1049285" name="内容占位符 2"/>
          <p:cNvSpPr>
            <a:spLocks noGrp="1"/>
          </p:cNvSpPr>
          <p:nvPr>
            <p:ph idx="1"/>
          </p:nvPr>
        </p:nvSpPr>
        <p:spPr>
          <a:prstGeom prst="rect">
            <a:avLst/>
          </a:prstGeom>
          <a:noFill/>
          <a:ln>
            <a:noFill/>
          </a:ln>
        </p:spPr>
        <p:txBody>
          <a:bodyPr vert="horz" lIns="91440" tIns="45720" rIns="91440" bIns="45720" rtlCol="0" anchor="t">
            <a:normAutofit/>
          </a:bodyPr>
          <a:lstStyle>
            <a:lvl1pPr marL="342900" indent="-342900" algn="l" rtl="0" eaLnBrk="0" fontAlgn="base" latinLnBrk="0" hangingPunct="0">
              <a:lnSpc>
                <a:spcPct val="90000"/>
              </a:lnSpc>
              <a:spcBef>
                <a:spcPct val="0"/>
              </a:spcBef>
              <a:spcAft>
                <a:spcPct val="20000"/>
              </a:spcAft>
              <a:buSzPct val="100000"/>
              <a:buFontTx/>
              <a:buBlip>
                <a:blip r:embed="rId2"/>
              </a:buBlip>
              <a:defRPr sz="2800" b="0" i="0" u="none" baseline="0">
                <a:solidFill>
                  <a:srgbClr val="000099"/>
                </a:solidFill>
                <a:latin typeface="Times New Roman" pitchFamily="18" charset="0"/>
                <a:ea typeface="黑体" pitchFamily="49" charset="-122"/>
                <a:sym typeface="Times New Roman" pitchFamily="18" charset="0"/>
              </a:defRPr>
            </a:lvl1pPr>
            <a:lvl2pPr marL="742950" indent="-285750" algn="l" rtl="0" eaLnBrk="0" fontAlgn="base" latinLnBrk="0" hangingPunct="0">
              <a:lnSpc>
                <a:spcPct val="90000"/>
              </a:lnSpc>
              <a:spcBef>
                <a:spcPct val="0"/>
              </a:spcBef>
              <a:spcAft>
                <a:spcPct val="20000"/>
              </a:spcAft>
              <a:buSzPct val="100000"/>
              <a:buFontTx/>
              <a:buBlip>
                <a:blip r:embed="rId3"/>
              </a:buBlip>
              <a:defRPr sz="2800" b="0" i="0" u="none" baseline="0">
                <a:solidFill>
                  <a:srgbClr val="000099"/>
                </a:solidFill>
                <a:latin typeface="Times New Roman" pitchFamily="18" charset="0"/>
                <a:ea typeface="华文楷体" pitchFamily="2" charset="-122"/>
                <a:sym typeface="Times New Roman" pitchFamily="18" charset="0"/>
              </a:defRPr>
            </a:lvl2pPr>
            <a:lvl3pPr marL="1143000" indent="-228600" algn="l" rtl="0" eaLnBrk="0" fontAlgn="base" latinLnBrk="0" hangingPunct="0">
              <a:lnSpc>
                <a:spcPct val="90000"/>
              </a:lnSpc>
              <a:spcBef>
                <a:spcPct val="0"/>
              </a:spcBef>
              <a:spcAft>
                <a:spcPct val="20000"/>
              </a:spcAft>
              <a:buSzPct val="100000"/>
              <a:buFontTx/>
              <a:buBlip>
                <a:blip r:embed="rId4"/>
              </a:buBlip>
              <a:defRPr sz="2400" b="1" i="0" u="none" baseline="0">
                <a:solidFill>
                  <a:srgbClr val="008000"/>
                </a:solidFill>
                <a:latin typeface="Arial" pitchFamily="34" charset="0"/>
                <a:ea typeface="楷体_GB2312" pitchFamily="49" charset="-122"/>
                <a:sym typeface="Times New Roman" pitchFamily="18" charset="0"/>
              </a:defRPr>
            </a:lvl3pPr>
            <a:lvl4pPr marL="1600200" indent="-228600" algn="l" rtl="0" eaLnBrk="0" fontAlgn="base" latinLnBrk="0" hangingPunct="0">
              <a:lnSpc>
                <a:spcPct val="90000"/>
              </a:lnSpc>
              <a:spcBef>
                <a:spcPct val="0"/>
              </a:spcBef>
              <a:spcAft>
                <a:spcPct val="20000"/>
              </a:spcAft>
              <a:buSzPct val="100000"/>
              <a:buFontTx/>
              <a:buBlip>
                <a:blip r:embed="rId4"/>
              </a:buBlip>
              <a:defRPr sz="2000" b="1" i="0" u="none" baseline="0">
                <a:solidFill>
                  <a:srgbClr val="800000"/>
                </a:solidFill>
                <a:latin typeface="Arial" pitchFamily="34" charset="0"/>
                <a:ea typeface="楷体_GB2312" pitchFamily="49" charset="-122"/>
                <a:sym typeface="Times New Roman" pitchFamily="18" charset="0"/>
              </a:defRPr>
            </a:lvl4pPr>
            <a:lvl5pPr marL="2057400" indent="-228600" algn="l" rtl="0" eaLnBrk="0" fontAlgn="base" latinLnBrk="0" hangingPunct="0">
              <a:lnSpc>
                <a:spcPct val="90000"/>
              </a:lnSpc>
              <a:spcBef>
                <a:spcPct val="0"/>
              </a:spcBef>
              <a:spcAft>
                <a:spcPct val="20000"/>
              </a:spcAft>
              <a:buSzPct val="100000"/>
              <a:buFontTx/>
              <a:buBlip>
                <a:blip r:embed="rId4"/>
              </a:buBlip>
              <a:defRPr sz="1800" b="1" i="0" u="none" baseline="0">
                <a:solidFill>
                  <a:srgbClr val="003399"/>
                </a:solidFill>
                <a:latin typeface="Arial" pitchFamily="34" charset="0"/>
                <a:ea typeface="楷体_GB2312" pitchFamily="49" charset="-122"/>
                <a:sym typeface="Times New Roman" pitchFamily="18" charset="0"/>
              </a:defRPr>
            </a:lvl5pPr>
          </a:lstStyle>
          <a:p>
            <a:pPr lvl="0"/>
            <a:r>
              <a:rPr lang="zh-CN" altLang="en-US"/>
              <a:t>习题</a:t>
            </a:r>
            <a:r>
              <a:rPr lang="en-US" altLang="zh-CN"/>
              <a:t>3.1</a:t>
            </a:r>
          </a:p>
          <a:p>
            <a:pPr lvl="0"/>
            <a:r>
              <a:rPr lang="zh-CN" altLang="en-US"/>
              <a:t>习题</a:t>
            </a:r>
            <a:r>
              <a:rPr lang="en-US" altLang="zh-CN"/>
              <a:t>3.2</a:t>
            </a:r>
          </a:p>
          <a:p>
            <a:pPr lvl="0"/>
            <a:r>
              <a:rPr lang="zh-CN" altLang="en-US"/>
              <a:t>习题</a:t>
            </a:r>
            <a:r>
              <a:rPr lang="en-US" altLang="zh-CN"/>
              <a:t>3.3</a:t>
            </a:r>
          </a:p>
          <a:p>
            <a:pPr lvl="0"/>
            <a:r>
              <a:rPr lang="zh-CN" altLang="en-US"/>
              <a:t>习题</a:t>
            </a:r>
            <a:r>
              <a:rPr lang="en-US" altLang="zh-CN"/>
              <a:t>3.4</a:t>
            </a:r>
          </a:p>
          <a:p>
            <a:pPr lvl="0"/>
            <a:r>
              <a:rPr lang="zh-CN" altLang="en-US"/>
              <a:t>习题</a:t>
            </a:r>
            <a:r>
              <a:rPr lang="en-US" altLang="zh-CN"/>
              <a:t>3.5</a:t>
            </a:r>
          </a:p>
          <a:p>
            <a:pPr lvl="0"/>
            <a:r>
              <a:rPr lang="zh-CN" altLang="en-US"/>
              <a:t>习题</a:t>
            </a:r>
            <a:r>
              <a:rPr lang="en-US" altLang="zh-CN"/>
              <a:t>3.6</a:t>
            </a:r>
          </a:p>
          <a:p>
            <a:pPr lvl="0"/>
            <a:r>
              <a:rPr lang="zh-CN" altLang="en-US"/>
              <a:t>习题</a:t>
            </a:r>
            <a:r>
              <a:rPr lang="en-US" altLang="zh-CN"/>
              <a:t>3.7</a:t>
            </a:r>
          </a:p>
          <a:p>
            <a:pPr lvl="0"/>
            <a:endParaRPr lang="en-US" altLang="zh-CN"/>
          </a:p>
          <a:p>
            <a:pPr lvl="0">
              <a:buFontTx/>
              <a:buNone/>
            </a:pPr>
            <a:endParaRPr lang="zh-CN" alt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254" name="Picture 2"/>
          <p:cNvPicPr>
            <a:picLocks/>
          </p:cNvPicPr>
          <p:nvPr/>
        </p:nvPicPr>
        <p:blipFill>
          <a:blip r:embed="rId2"/>
          <a:srcRect/>
          <a:stretch>
            <a:fillRect/>
          </a:stretch>
        </p:blipFill>
        <p:spPr>
          <a:xfrm>
            <a:off x="2247900" y="1671638"/>
            <a:ext cx="7696200" cy="3514725"/>
          </a:xfrm>
          <a:prstGeom prst="rect">
            <a:avLst/>
          </a:prstGeom>
          <a:noFill/>
          <a:ln>
            <a:noFill/>
          </a:ln>
        </p:spPr>
      </p:pic>
    </p:spTree>
  </p:cSld>
  <p:clrMapOvr>
    <a:masterClrMapping/>
  </p:clrMapOvr>
</p:sld>
</file>

<file path=ppt/theme/theme1.xml><?xml version="1.0" encoding="utf-8"?>
<a:theme xmlns:a="http://schemas.openxmlformats.org/drawingml/2006/main" name="1_自定义设计方案">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自定义设计方案">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104</TotalTime>
  <Words>4133</Words>
  <Application>Microsoft Office PowerPoint</Application>
  <PresentationFormat>宽屏</PresentationFormat>
  <Paragraphs>664</Paragraphs>
  <Slides>111</Slides>
  <Notes>10</Notes>
  <HiddenSlides>0</HiddenSlides>
  <MMClips>0</MMClips>
  <ScaleCrop>false</ScaleCrop>
  <HeadingPairs>
    <vt:vector size="8" baseType="variant">
      <vt:variant>
        <vt:lpstr>已用的字体</vt:lpstr>
      </vt:variant>
      <vt:variant>
        <vt:i4>15</vt:i4>
      </vt:variant>
      <vt:variant>
        <vt:lpstr>主题</vt:lpstr>
      </vt:variant>
      <vt:variant>
        <vt:i4>2</vt:i4>
      </vt:variant>
      <vt:variant>
        <vt:lpstr>嵌入 OLE 服务器</vt:lpstr>
      </vt:variant>
      <vt:variant>
        <vt:i4>1</vt:i4>
      </vt:variant>
      <vt:variant>
        <vt:lpstr>幻灯片标题</vt:lpstr>
      </vt:variant>
      <vt:variant>
        <vt:i4>111</vt:i4>
      </vt:variant>
    </vt:vector>
  </HeadingPairs>
  <TitlesOfParts>
    <vt:vector size="129" baseType="lpstr">
      <vt:lpstr>等线</vt:lpstr>
      <vt:lpstr>等线 Light</vt:lpstr>
      <vt:lpstr>冬青黑体简体中文 W3</vt:lpstr>
      <vt:lpstr>黑体</vt:lpstr>
      <vt:lpstr>华文楷体</vt:lpstr>
      <vt:lpstr>楷体_GB2312</vt:lpstr>
      <vt:lpstr>宋体</vt:lpstr>
      <vt:lpstr>微软雅黑</vt:lpstr>
      <vt:lpstr>幼圆</vt:lpstr>
      <vt:lpstr>Arial</vt:lpstr>
      <vt:lpstr>Calibri</vt:lpstr>
      <vt:lpstr>Calibri Light</vt:lpstr>
      <vt:lpstr>Comic Sans MS</vt:lpstr>
      <vt:lpstr>Times New Roman</vt:lpstr>
      <vt:lpstr>Webdings</vt:lpstr>
      <vt:lpstr>1_自定义设计方案</vt:lpstr>
      <vt:lpstr>2_自定义设计方案</vt:lpstr>
      <vt:lpstr>CorelDRAW</vt:lpstr>
      <vt:lpstr>PowerPoint 演示文稿</vt:lpstr>
      <vt:lpstr>PowerPoint 演示文稿</vt:lpstr>
      <vt:lpstr>PowerPoint 演示文稿</vt:lpstr>
      <vt:lpstr>3.1  点对点传输网络</vt:lpstr>
      <vt:lpstr>3.1  点对点传输网络</vt:lpstr>
      <vt:lpstr>3.1  点对点传输网络</vt:lpstr>
      <vt:lpstr>3.1  点对点传输网络</vt:lpstr>
      <vt:lpstr>3.1  点对点传输网络</vt:lpstr>
      <vt:lpstr>3.1  点对点传输网络</vt:lpstr>
      <vt:lpstr>3.1  点对点传输网络</vt:lpstr>
      <vt:lpstr>3.1  点对点传输网络</vt:lpstr>
      <vt:lpstr>3.1  点对点传输网络</vt:lpstr>
      <vt:lpstr>3.1  点对点传输网络</vt:lpstr>
      <vt:lpstr>3.1  点对点传输网络</vt:lpstr>
      <vt:lpstr>3.1  点对点传输网络</vt:lpstr>
      <vt:lpstr>3.1  点对点传输网络</vt:lpstr>
      <vt:lpstr>3.1  点对点传输网络</vt:lpstr>
      <vt:lpstr>3.1  点对点传输网络</vt:lpstr>
      <vt:lpstr>3.1  点对点传输网络</vt:lpstr>
      <vt:lpstr>3.1  点对点传输网络</vt:lpstr>
      <vt:lpstr>3.1  点对点传输网络</vt:lpstr>
      <vt:lpstr>3.1  点对点传输网络</vt:lpstr>
      <vt:lpstr>3.1  点对点传输网络</vt:lpstr>
      <vt:lpstr>3.1  点对点传输网络</vt:lpstr>
      <vt:lpstr>3.1  点对点传输网络</vt:lpstr>
      <vt:lpstr>3.1  点对点传输网络</vt:lpstr>
      <vt:lpstr>3.1  点对点传输网络</vt:lpstr>
      <vt:lpstr>3.1  点对点传输网络</vt:lpstr>
      <vt:lpstr>3.1  点对点传输网络</vt:lpstr>
      <vt:lpstr>PowerPoint 演示文稿</vt:lpstr>
      <vt:lpstr>3.1  点对点类型网络拓扑结构</vt:lpstr>
      <vt:lpstr>3.1  点对点类型网络拓扑结构</vt:lpstr>
      <vt:lpstr>3.1  点对点传输网络</vt:lpstr>
      <vt:lpstr>3.1  点对点传输网络</vt:lpstr>
      <vt:lpstr>3.1  点对点传输网络</vt:lpstr>
      <vt:lpstr>3.1  点对点类型网络拓扑结构</vt:lpstr>
      <vt:lpstr>3.1  点对点类型网络拓扑结构</vt:lpstr>
      <vt:lpstr>PowerPoint 演示文稿</vt:lpstr>
      <vt:lpstr>3.2  广播传输网络</vt:lpstr>
      <vt:lpstr>3.2  广播传输网络</vt:lpstr>
      <vt:lpstr>3.2  广播传输网络</vt:lpstr>
      <vt:lpstr>3.2  广播传输网络</vt:lpstr>
      <vt:lpstr>3.2  广播传输网络</vt:lpstr>
      <vt:lpstr>3.2  广播传输网络</vt:lpstr>
      <vt:lpstr>3.2  广播传输网络</vt:lpstr>
      <vt:lpstr>3.2  广播传输网络</vt:lpstr>
      <vt:lpstr>3.2  广播传输网络</vt:lpstr>
      <vt:lpstr>3.2  广播传输网络</vt:lpstr>
      <vt:lpstr>3.2  广播传输网络</vt:lpstr>
      <vt:lpstr>3.2  广播传输网络</vt:lpstr>
      <vt:lpstr>3.2  广播传输网络</vt:lpstr>
      <vt:lpstr>3.2  广播传输网络</vt:lpstr>
      <vt:lpstr>3.2  广播传输网络</vt:lpstr>
      <vt:lpstr>3.2  广播传输网络</vt:lpstr>
      <vt:lpstr>3.2  广播传输网络</vt:lpstr>
      <vt:lpstr>3.2  广播传输网络</vt:lpstr>
      <vt:lpstr>3.2  广播传输网络</vt:lpstr>
      <vt:lpstr>3.2  广播传输网络</vt:lpstr>
      <vt:lpstr>3.2  广播传输网络</vt:lpstr>
      <vt:lpstr>3.2  广播传输网络</vt:lpstr>
      <vt:lpstr>3.2  广播传输网络</vt:lpstr>
      <vt:lpstr>3.2  广播传输网络</vt:lpstr>
      <vt:lpstr>3.2  广播类型网络拓扑结构</vt:lpstr>
      <vt:lpstr>PowerPoint 演示文稿</vt:lpstr>
      <vt:lpstr>3.3  网络设计模型</vt:lpstr>
      <vt:lpstr>3.3  网络设计模型</vt:lpstr>
      <vt:lpstr>3.3  网络设计模型</vt:lpstr>
      <vt:lpstr>3.3  网络设计模型</vt:lpstr>
      <vt:lpstr>3.3  网络设计模型</vt:lpstr>
      <vt:lpstr>3.3  网络设计模型</vt:lpstr>
      <vt:lpstr>3.3  网络设计模型</vt:lpstr>
      <vt:lpstr>3.3  网络设计模型</vt:lpstr>
      <vt:lpstr>3.3  网络设计模型</vt:lpstr>
      <vt:lpstr>3.3  网络设计模型</vt:lpstr>
      <vt:lpstr>3.3  网络设计模型</vt:lpstr>
      <vt:lpstr>3.3  网络设计模型</vt:lpstr>
      <vt:lpstr>3.3  网络设计模型</vt:lpstr>
      <vt:lpstr>3.3  网络设计模型</vt:lpstr>
      <vt:lpstr>3.3  网络设计模型</vt:lpstr>
      <vt:lpstr>3.3  网络设计模型</vt:lpstr>
      <vt:lpstr>3.3  网络设计模型</vt:lpstr>
      <vt:lpstr>3.3  网络设计模型</vt:lpstr>
      <vt:lpstr>3.3  网络设计模型</vt:lpstr>
      <vt:lpstr>3.3  网络设计模型</vt:lpstr>
      <vt:lpstr>3.3  网络设计模型</vt:lpstr>
      <vt:lpstr>3.3  网络设计模型</vt:lpstr>
      <vt:lpstr>3.3  网络设计模型</vt:lpstr>
      <vt:lpstr>PowerPoint 演示文稿</vt:lpstr>
      <vt:lpstr>3.4  网络结构分析</vt:lpstr>
      <vt:lpstr>3.4  网络结构分析</vt:lpstr>
      <vt:lpstr>3.4  网络结构分析</vt:lpstr>
      <vt:lpstr>3.4  网络结构分析</vt:lpstr>
      <vt:lpstr>PowerPoint 演示文稿</vt:lpstr>
      <vt:lpstr>3.4  网络结构分析</vt:lpstr>
      <vt:lpstr>3.4  网络结构分析</vt:lpstr>
      <vt:lpstr>3.4  网络结构分析</vt:lpstr>
      <vt:lpstr>3.4  网络结构分析</vt:lpstr>
      <vt:lpstr>3.4  网络结构分析</vt:lpstr>
      <vt:lpstr>3.4  网络结构分析</vt:lpstr>
      <vt:lpstr>3.4  网络结构分析</vt:lpstr>
      <vt:lpstr>3.4  网络结构分析</vt:lpstr>
      <vt:lpstr>3.4  网络结构分析</vt:lpstr>
      <vt:lpstr>3.4  服务子网和网络扩展设计</vt:lpstr>
      <vt:lpstr>3.4  网络结构分析</vt:lpstr>
      <vt:lpstr>3.4  网络结构分析</vt:lpstr>
      <vt:lpstr>3.4  网络结构分析</vt:lpstr>
      <vt:lpstr>3.4  网络结构分析</vt:lpstr>
      <vt:lpstr>3.4  网络结构分析</vt:lpstr>
      <vt:lpstr> 课程作业与讨论 </vt:lpstr>
      <vt:lpstr>作业3</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网络工程与设计</dc:title>
  <dc:creator>窦军</dc:creator>
  <cp:lastModifiedBy>zhushilei</cp:lastModifiedBy>
  <cp:revision>20</cp:revision>
  <dcterms:created xsi:type="dcterms:W3CDTF">2004-12-08T17:28:05Z</dcterms:created>
  <dcterms:modified xsi:type="dcterms:W3CDTF">2023-09-27T01:16:52Z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57c95f41de914184b76ef9ba811952a2</vt:lpwstr>
  </property>
</Properties>
</file>